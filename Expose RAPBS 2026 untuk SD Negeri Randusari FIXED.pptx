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</p:sldMasterIdLst>
  <p:sldIdLst>
    <p:sldId id="256" r:id="rId2"/>
    <p:sldId id="261" r:id="rId3"/>
    <p:sldId id="258" r:id="rId4"/>
    <p:sldId id="259" r:id="rId5"/>
    <p:sldId id="266" r:id="rId6"/>
    <p:sldId id="267" r:id="rId7"/>
    <p:sldId id="264" r:id="rId8"/>
    <p:sldId id="268" r:id="rId9"/>
    <p:sldId id="265" r:id="rId10"/>
  </p:sldIdLst>
  <p:sldSz cx="13716000" cy="10287000"/>
  <p:notesSz cx="18288000" cy="10287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16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2" d="100"/>
          <a:sy n="72" d="100"/>
        </p:scale>
        <p:origin x="1692" y="78"/>
      </p:cViewPr>
      <p:guideLst>
        <p:guide orient="horz" pos="2880"/>
        <p:guide pos="162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6502400" y="1754897"/>
            <a:ext cx="7222253" cy="7490703"/>
            <a:chOff x="4334933" y="1169931"/>
            <a:chExt cx="4814835" cy="4993802"/>
          </a:xfrm>
        </p:grpSpPr>
        <p:cxnSp>
          <p:nvCxnSpPr>
            <p:cNvPr id="17" name="Straight Connector 16"/>
            <p:cNvCxnSpPr/>
            <p:nvPr/>
          </p:nvCxnSpPr>
          <p:spPr>
            <a:xfrm flipH="1">
              <a:off x="6009259" y="1169931"/>
              <a:ext cx="3134741" cy="313474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H="1">
              <a:off x="4334933" y="1348898"/>
              <a:ext cx="4814835" cy="481483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5225595" y="1469269"/>
              <a:ext cx="3912054" cy="391205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 flipH="1">
              <a:off x="5304588" y="1307856"/>
              <a:ext cx="3839412" cy="3839412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 flipH="1">
              <a:off x="5707078" y="1770196"/>
              <a:ext cx="3430571" cy="343057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0101" y="800101"/>
            <a:ext cx="9232070" cy="4686302"/>
          </a:xfrm>
        </p:spPr>
        <p:txBody>
          <a:bodyPr anchor="b">
            <a:normAutofit/>
          </a:bodyPr>
          <a:lstStyle>
            <a:lvl1pPr algn="l">
              <a:defRPr sz="66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0100" y="5765802"/>
            <a:ext cx="7431375" cy="2870199"/>
          </a:xfrm>
        </p:spPr>
        <p:txBody>
          <a:bodyPr anchor="t">
            <a:normAutofit/>
          </a:bodyPr>
          <a:lstStyle>
            <a:lvl1pPr marL="0" indent="0" algn="l">
              <a:buNone/>
              <a:defRPr sz="3000">
                <a:solidFill>
                  <a:schemeClr val="bg2">
                    <a:lumMod val="75000"/>
                  </a:schemeClr>
                </a:solidFill>
              </a:defRPr>
            </a:lvl1pPr>
            <a:lvl2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429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114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800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486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2637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0101" y="6743700"/>
            <a:ext cx="9832301" cy="2286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0101" y="800100"/>
            <a:ext cx="9832301" cy="565150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5820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0100" y="2971799"/>
            <a:ext cx="9603702" cy="3479801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0101" y="6731000"/>
            <a:ext cx="9603701" cy="2298701"/>
          </a:xfrm>
        </p:spPr>
        <p:txBody>
          <a:bodyPr anchor="t">
            <a:normAutofit/>
          </a:bodyPr>
          <a:lstStyle>
            <a:lvl1pPr marL="0" indent="0" algn="l">
              <a:buNone/>
              <a:defRPr sz="2700">
                <a:solidFill>
                  <a:schemeClr val="bg2">
                    <a:lumMod val="75000"/>
                  </a:schemeClr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330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0101" y="6743700"/>
            <a:ext cx="9832301" cy="2286000"/>
          </a:xfrm>
        </p:spPr>
        <p:txBody>
          <a:bodyPr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Content Placeholder 3"/>
          <p:cNvSpPr>
            <a:spLocks noGrp="1"/>
          </p:cNvSpPr>
          <p:nvPr>
            <p:ph sz="half" idx="13"/>
          </p:nvPr>
        </p:nvSpPr>
        <p:spPr>
          <a:xfrm>
            <a:off x="800101" y="800100"/>
            <a:ext cx="5924951" cy="5651501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5"/>
          <p:cNvSpPr>
            <a:spLocks noGrp="1"/>
          </p:cNvSpPr>
          <p:nvPr>
            <p:ph sz="quarter" idx="4"/>
          </p:nvPr>
        </p:nvSpPr>
        <p:spPr>
          <a:xfrm>
            <a:off x="6993543" y="800100"/>
            <a:ext cx="5922357" cy="56388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2049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0101" y="6743700"/>
            <a:ext cx="9832301" cy="2286000"/>
          </a:xfrm>
        </p:spPr>
        <p:txBody>
          <a:bodyPr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2" y="800100"/>
            <a:ext cx="5575299" cy="914400"/>
          </a:xfrm>
        </p:spPr>
        <p:txBody>
          <a:bodyPr anchor="b">
            <a:noAutofit/>
          </a:bodyPr>
          <a:lstStyle>
            <a:lvl1pPr marL="0" indent="0">
              <a:buNone/>
              <a:defRPr sz="3600" b="0" cap="all">
                <a:solidFill>
                  <a:schemeClr val="tx1"/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00099" y="1714501"/>
            <a:ext cx="5918201" cy="473710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282525" y="850107"/>
            <a:ext cx="5646077" cy="864393"/>
          </a:xfrm>
        </p:spPr>
        <p:txBody>
          <a:bodyPr anchor="b">
            <a:noAutofit/>
          </a:bodyPr>
          <a:lstStyle>
            <a:lvl1pPr marL="0" indent="0">
              <a:buNone/>
              <a:defRPr sz="3600" b="0" cap="all">
                <a:solidFill>
                  <a:schemeClr val="tx1"/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993544" y="1714500"/>
            <a:ext cx="5935058" cy="472440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0936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0101" y="6743700"/>
            <a:ext cx="9832301" cy="2286000"/>
          </a:xfrm>
        </p:spPr>
        <p:txBody>
          <a:bodyPr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6831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3739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1" y="800100"/>
            <a:ext cx="4800600" cy="2286000"/>
          </a:xfrm>
        </p:spPr>
        <p:txBody>
          <a:bodyPr anchor="b">
            <a:normAutofit/>
          </a:bodyPr>
          <a:lstStyle>
            <a:lvl1pPr algn="l">
              <a:defRPr sz="3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0099" y="800100"/>
            <a:ext cx="6658133" cy="8229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28001" y="3314704"/>
            <a:ext cx="4800600" cy="3136901"/>
          </a:xfrm>
        </p:spPr>
        <p:txBody>
          <a:bodyPr anchor="t">
            <a:normAutofit/>
          </a:bodyPr>
          <a:lstStyle>
            <a:lvl1pPr marL="0" indent="0">
              <a:buNone/>
              <a:defRPr sz="24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0640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43700" y="2171700"/>
            <a:ext cx="5344887" cy="1714500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1143000" y="1371600"/>
            <a:ext cx="4921461" cy="72009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400"/>
            </a:lvl1pPr>
            <a:lvl2pPr marL="685800" indent="0">
              <a:buNone/>
              <a:defRPr sz="2400"/>
            </a:lvl2pPr>
            <a:lvl3pPr marL="1371600" indent="0">
              <a:buNone/>
              <a:defRPr sz="2400"/>
            </a:lvl3pPr>
            <a:lvl4pPr marL="2057400" indent="0">
              <a:buNone/>
              <a:defRPr sz="2400"/>
            </a:lvl4pPr>
            <a:lvl5pPr marL="2743200" indent="0">
              <a:buNone/>
              <a:defRPr sz="2400"/>
            </a:lvl5pPr>
            <a:lvl6pPr marL="3429000" indent="0">
              <a:buNone/>
              <a:defRPr sz="2400"/>
            </a:lvl6pPr>
            <a:lvl7pPr marL="4114800" indent="0">
              <a:buNone/>
              <a:defRPr sz="2400"/>
            </a:lvl7pPr>
            <a:lvl8pPr marL="4800600" indent="0">
              <a:buNone/>
              <a:defRPr sz="2400"/>
            </a:lvl8pPr>
            <a:lvl9pPr marL="5486400" indent="0">
              <a:buNone/>
              <a:defRPr sz="2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44041" y="4114800"/>
            <a:ext cx="5346335" cy="3124200"/>
          </a:xfrm>
        </p:spPr>
        <p:txBody>
          <a:bodyPr anchor="t">
            <a:normAutofit/>
          </a:bodyPr>
          <a:lstStyle>
            <a:lvl1pPr marL="0" indent="0">
              <a:buNone/>
              <a:defRPr sz="27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0100" y="9258301"/>
            <a:ext cx="8717586" cy="547688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0186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0101" y="6743700"/>
            <a:ext cx="9832301" cy="2286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800100" y="800100"/>
            <a:ext cx="12115800" cy="46863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400"/>
            </a:lvl1pPr>
            <a:lvl2pPr marL="685800" indent="0">
              <a:buNone/>
              <a:defRPr sz="2400"/>
            </a:lvl2pPr>
            <a:lvl3pPr marL="1371600" indent="0">
              <a:buNone/>
              <a:defRPr sz="2400"/>
            </a:lvl3pPr>
            <a:lvl4pPr marL="2057400" indent="0">
              <a:buNone/>
              <a:defRPr sz="2400"/>
            </a:lvl4pPr>
            <a:lvl5pPr marL="2743200" indent="0">
              <a:buNone/>
              <a:defRPr sz="2400"/>
            </a:lvl5pPr>
            <a:lvl6pPr marL="3429000" indent="0">
              <a:buNone/>
              <a:defRPr sz="2400"/>
            </a:lvl6pPr>
            <a:lvl7pPr marL="4114800" indent="0">
              <a:buNone/>
              <a:defRPr sz="2400"/>
            </a:lvl7pPr>
            <a:lvl8pPr marL="4800600" indent="0">
              <a:buNone/>
              <a:defRPr sz="2400"/>
            </a:lvl8pPr>
            <a:lvl9pPr marL="5486400" indent="0">
              <a:buNone/>
              <a:defRPr sz="2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1143003" y="5765801"/>
            <a:ext cx="10921998" cy="6858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2400"/>
            </a:lvl1pPr>
            <a:lvl2pPr marL="685800" indent="0">
              <a:buFontTx/>
              <a:buNone/>
              <a:defRPr/>
            </a:lvl2pPr>
            <a:lvl3pPr marL="1371600" indent="0">
              <a:buFontTx/>
              <a:buNone/>
              <a:defRPr/>
            </a:lvl3pPr>
            <a:lvl4pPr marL="2057400" indent="0">
              <a:buFontTx/>
              <a:buNone/>
              <a:defRPr/>
            </a:lvl4pPr>
            <a:lvl5pPr marL="27432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1967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0100" y="800100"/>
            <a:ext cx="12115800" cy="4343400"/>
          </a:xfrm>
        </p:spPr>
        <p:txBody>
          <a:bodyPr anchor="ctr">
            <a:normAutofit/>
          </a:bodyPr>
          <a:lstStyle>
            <a:lvl1pPr algn="l">
              <a:defRPr sz="4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0100" y="6172200"/>
            <a:ext cx="9575328" cy="2857500"/>
          </a:xfrm>
        </p:spPr>
        <p:txBody>
          <a:bodyPr anchor="ctr">
            <a:normAutofit/>
          </a:bodyPr>
          <a:lstStyle>
            <a:lvl1pPr marL="0" indent="0" algn="l">
              <a:buNone/>
              <a:defRPr sz="2700">
                <a:solidFill>
                  <a:schemeClr val="bg2">
                    <a:lumMod val="75000"/>
                  </a:schemeClr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0044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84425" y="800100"/>
            <a:ext cx="10289681" cy="4343400"/>
          </a:xfrm>
        </p:spPr>
        <p:txBody>
          <a:bodyPr anchor="ctr">
            <a:normAutofit/>
          </a:bodyPr>
          <a:lstStyle>
            <a:lvl1pPr algn="l">
              <a:defRPr sz="4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1" y="5143500"/>
            <a:ext cx="9603701" cy="7239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685800" indent="0">
              <a:buFontTx/>
              <a:buNone/>
              <a:defRPr/>
            </a:lvl2pPr>
            <a:lvl3pPr marL="1371600" indent="0">
              <a:buFontTx/>
              <a:buNone/>
              <a:defRPr/>
            </a:lvl3pPr>
            <a:lvl4pPr marL="2057400" indent="0">
              <a:buFontTx/>
              <a:buNone/>
              <a:defRPr/>
            </a:lvl4pPr>
            <a:lvl5pPr marL="27432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0101" y="6451605"/>
            <a:ext cx="9573542" cy="2578095"/>
          </a:xfrm>
        </p:spPr>
        <p:txBody>
          <a:bodyPr anchor="ctr">
            <a:normAutofit/>
          </a:bodyPr>
          <a:lstStyle>
            <a:lvl1pPr marL="0" indent="0" algn="l">
              <a:buNone/>
              <a:defRPr sz="3000">
                <a:solidFill>
                  <a:schemeClr val="bg2">
                    <a:lumMod val="75000"/>
                  </a:schemeClr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342901" y="1065936"/>
            <a:ext cx="685979" cy="877164"/>
          </a:xfrm>
          <a:prstGeom prst="rect">
            <a:avLst/>
          </a:prstGeom>
        </p:spPr>
        <p:txBody>
          <a:bodyPr vert="horz" lIns="137160" tIns="68580" rIns="137160" bIns="68580" rtlCol="0" anchor="ctr">
            <a:noAutofit/>
          </a:bodyPr>
          <a:lstStyle/>
          <a:p>
            <a:pPr lvl="0"/>
            <a:r>
              <a:rPr lang="en-US" sz="12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544301" y="4152902"/>
            <a:ext cx="685979" cy="877164"/>
          </a:xfrm>
          <a:prstGeom prst="rect">
            <a:avLst/>
          </a:prstGeom>
        </p:spPr>
        <p:txBody>
          <a:bodyPr vert="horz" lIns="137160" tIns="68580" rIns="137160" bIns="68580" rtlCol="0" anchor="ctr">
            <a:noAutofit/>
          </a:bodyPr>
          <a:lstStyle/>
          <a:p>
            <a:pPr lvl="0" algn="r"/>
            <a:r>
              <a:rPr lang="en-US" sz="12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558226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0101" y="5143500"/>
            <a:ext cx="9573542" cy="2546100"/>
          </a:xfrm>
        </p:spPr>
        <p:txBody>
          <a:bodyPr anchor="b">
            <a:normAutofit/>
          </a:bodyPr>
          <a:lstStyle>
            <a:lvl1pPr algn="l">
              <a:defRPr sz="4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0100" y="7699470"/>
            <a:ext cx="9575328" cy="1330229"/>
          </a:xfrm>
        </p:spPr>
        <p:txBody>
          <a:bodyPr anchor="t">
            <a:normAutofit/>
          </a:bodyPr>
          <a:lstStyle>
            <a:lvl1pPr marL="0" indent="0" algn="l">
              <a:buNone/>
              <a:defRPr sz="2700">
                <a:solidFill>
                  <a:schemeClr val="bg2">
                    <a:lumMod val="75000"/>
                  </a:schemeClr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95971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84426" y="800100"/>
            <a:ext cx="10289679" cy="4343400"/>
          </a:xfrm>
        </p:spPr>
        <p:txBody>
          <a:bodyPr anchor="ctr">
            <a:normAutofit/>
          </a:bodyPr>
          <a:lstStyle>
            <a:lvl1pPr algn="l">
              <a:defRPr sz="4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800101" y="5829300"/>
            <a:ext cx="9573542" cy="1574799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30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0100" y="7429500"/>
            <a:ext cx="9573540" cy="1600200"/>
          </a:xfrm>
        </p:spPr>
        <p:txBody>
          <a:bodyPr anchor="t">
            <a:normAutofit/>
          </a:bodyPr>
          <a:lstStyle>
            <a:lvl1pPr marL="0" indent="0" algn="l">
              <a:buNone/>
              <a:defRPr sz="2700">
                <a:solidFill>
                  <a:schemeClr val="bg2">
                    <a:lumMod val="75000"/>
                  </a:schemeClr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342901" y="1065936"/>
            <a:ext cx="685979" cy="877164"/>
          </a:xfrm>
          <a:prstGeom prst="rect">
            <a:avLst/>
          </a:prstGeom>
        </p:spPr>
        <p:txBody>
          <a:bodyPr vert="horz" lIns="137160" tIns="68580" rIns="137160" bIns="68580" rtlCol="0" anchor="ctr">
            <a:noAutofit/>
          </a:bodyPr>
          <a:lstStyle/>
          <a:p>
            <a:pPr lvl="0"/>
            <a:r>
              <a:rPr lang="en-US" sz="12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544301" y="4152902"/>
            <a:ext cx="685979" cy="877164"/>
          </a:xfrm>
          <a:prstGeom prst="rect">
            <a:avLst/>
          </a:prstGeom>
        </p:spPr>
        <p:txBody>
          <a:bodyPr vert="horz" lIns="137160" tIns="68580" rIns="137160" bIns="68580" rtlCol="0" anchor="ctr">
            <a:noAutofit/>
          </a:bodyPr>
          <a:lstStyle/>
          <a:p>
            <a:pPr lvl="0" algn="r"/>
            <a:r>
              <a:rPr lang="en-US" sz="12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696754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0100" y="800100"/>
            <a:ext cx="11288487" cy="43434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42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800101" y="5892801"/>
            <a:ext cx="9573542" cy="12573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30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0100" y="7150103"/>
            <a:ext cx="9573540" cy="1879598"/>
          </a:xfrm>
        </p:spPr>
        <p:txBody>
          <a:bodyPr anchor="t">
            <a:normAutofit/>
          </a:bodyPr>
          <a:lstStyle>
            <a:lvl1pPr marL="0" indent="0" algn="l">
              <a:buNone/>
              <a:defRPr sz="2700">
                <a:solidFill>
                  <a:schemeClr val="bg2">
                    <a:lumMod val="75000"/>
                  </a:schemeClr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9599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0101" y="6743700"/>
            <a:ext cx="9832301" cy="2286000"/>
          </a:xfrm>
        </p:spPr>
        <p:txBody>
          <a:bodyPr>
            <a:normAutofit/>
          </a:bodyPr>
          <a:lstStyle>
            <a:lvl1pPr algn="l"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0101" y="800102"/>
            <a:ext cx="9832301" cy="5651505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2129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49609" y="800100"/>
            <a:ext cx="3066291" cy="6629400"/>
          </a:xfrm>
        </p:spPr>
        <p:txBody>
          <a:bodyPr vert="eaVert">
            <a:normAutofit/>
          </a:bodyPr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0100" y="800100"/>
            <a:ext cx="8775018" cy="8229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8762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0006013" y="5842001"/>
            <a:ext cx="3705684" cy="3987800"/>
            <a:chOff x="6687077" y="3259666"/>
            <a:chExt cx="2981857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8756120" y="3259666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6687077" y="3486677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7772400" y="3581400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7923214" y="3433394"/>
              <a:ext cx="1739738" cy="173974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8398935" y="3985317"/>
              <a:ext cx="1264017" cy="126401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00101" y="6743700"/>
            <a:ext cx="9832301" cy="22860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0101" y="800102"/>
            <a:ext cx="9832301" cy="56515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145368" y="9258305"/>
            <a:ext cx="1800695" cy="54768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5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1D8BD707-D9CF-40AE-B4C6-C98DA3205C09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0100" y="9258301"/>
            <a:ext cx="8717586" cy="54768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5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61640" y="8367718"/>
            <a:ext cx="1285361" cy="1004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4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93618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  <p:sldLayoutId id="2147483679" r:id="rId13"/>
    <p:sldLayoutId id="2147483680" r:id="rId14"/>
    <p:sldLayoutId id="2147483681" r:id="rId15"/>
    <p:sldLayoutId id="2147483682" r:id="rId16"/>
    <p:sldLayoutId id="2147483683" r:id="rId17"/>
  </p:sldLayoutIdLst>
  <p:txStyles>
    <p:titleStyle>
      <a:lvl1pPr algn="l" defTabSz="685800" rtl="0" eaLnBrk="1" latinLnBrk="0" hangingPunct="1">
        <a:spcBef>
          <a:spcPct val="0"/>
        </a:spcBef>
        <a:buNone/>
        <a:defRPr sz="48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428625" indent="-428625" algn="l" defTabSz="685800" rtl="0" eaLnBrk="1" latinLnBrk="0" hangingPunct="1">
        <a:spcBef>
          <a:spcPct val="20000"/>
        </a:spcBef>
        <a:spcAft>
          <a:spcPts val="9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3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1114425" indent="-428625" algn="l" defTabSz="685800" rtl="0" eaLnBrk="1" latinLnBrk="0" hangingPunct="1">
        <a:spcBef>
          <a:spcPct val="20000"/>
        </a:spcBef>
        <a:spcAft>
          <a:spcPts val="9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7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800225" indent="-428625" algn="l" defTabSz="685800" rtl="0" eaLnBrk="1" latinLnBrk="0" hangingPunct="1">
        <a:spcBef>
          <a:spcPct val="20000"/>
        </a:spcBef>
        <a:spcAft>
          <a:spcPts val="9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2314575" indent="-257175" algn="l" defTabSz="685800" rtl="0" eaLnBrk="1" latinLnBrk="0" hangingPunct="1">
        <a:spcBef>
          <a:spcPct val="20000"/>
        </a:spcBef>
        <a:spcAft>
          <a:spcPts val="9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1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3000375" indent="-257175" algn="l" defTabSz="685800" rtl="0" eaLnBrk="1" latinLnBrk="0" hangingPunct="1">
        <a:spcBef>
          <a:spcPct val="20000"/>
        </a:spcBef>
        <a:spcAft>
          <a:spcPts val="9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1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3771900" indent="-342900" algn="l" defTabSz="685800" rtl="0" eaLnBrk="1" latinLnBrk="0" hangingPunct="1">
        <a:spcBef>
          <a:spcPct val="20000"/>
        </a:spcBef>
        <a:spcAft>
          <a:spcPts val="9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1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4457700" indent="-342900" algn="l" defTabSz="685800" rtl="0" eaLnBrk="1" latinLnBrk="0" hangingPunct="1">
        <a:spcBef>
          <a:spcPct val="20000"/>
        </a:spcBef>
        <a:spcAft>
          <a:spcPts val="9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1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5143500" indent="-342900" algn="l" defTabSz="685800" rtl="0" eaLnBrk="1" latinLnBrk="0" hangingPunct="1">
        <a:spcBef>
          <a:spcPct val="20000"/>
        </a:spcBef>
        <a:spcAft>
          <a:spcPts val="9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1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5829300" indent="-342900" algn="l" defTabSz="685800" rtl="0" eaLnBrk="1" latinLnBrk="0" hangingPunct="1">
        <a:spcBef>
          <a:spcPct val="20000"/>
        </a:spcBef>
        <a:spcAft>
          <a:spcPts val="9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1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3.png"/><Relationship Id="rId4" Type="http://schemas.openxmlformats.org/officeDocument/2006/relationships/image" Target="../media/image1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30.png"/><Relationship Id="rId3" Type="http://schemas.openxmlformats.org/officeDocument/2006/relationships/image" Target="../media/image16.png"/><Relationship Id="rId7" Type="http://schemas.openxmlformats.org/officeDocument/2006/relationships/image" Target="../media/image25.png"/><Relationship Id="rId12" Type="http://schemas.openxmlformats.org/officeDocument/2006/relationships/image" Target="../media/image13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41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42.png"/><Relationship Id="rId9" Type="http://schemas.openxmlformats.org/officeDocument/2006/relationships/image" Target="../media/image8.png"/><Relationship Id="rId14" Type="http://schemas.openxmlformats.org/officeDocument/2006/relationships/image" Target="../media/image4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2117147" y="1285875"/>
            <a:ext cx="1599248" cy="7715250"/>
            <a:chOff x="16156196" y="0"/>
            <a:chExt cx="2132330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274837" y="0"/>
              <a:ext cx="2013160" cy="10287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6156196" y="8515781"/>
              <a:ext cx="2132330" cy="1771650"/>
            </a:xfrm>
            <a:custGeom>
              <a:avLst/>
              <a:gdLst/>
              <a:ahLst/>
              <a:cxnLst/>
              <a:rect l="l" t="t" r="r" b="b"/>
              <a:pathLst>
                <a:path w="2132330" h="1771650">
                  <a:moveTo>
                    <a:pt x="2131801" y="1584714"/>
                  </a:moveTo>
                  <a:lnTo>
                    <a:pt x="2131801" y="1771218"/>
                  </a:lnTo>
                  <a:lnTo>
                    <a:pt x="0" y="1771218"/>
                  </a:lnTo>
                  <a:lnTo>
                    <a:pt x="25447" y="1742089"/>
                  </a:lnTo>
                  <a:lnTo>
                    <a:pt x="56146" y="1710711"/>
                  </a:lnTo>
                  <a:lnTo>
                    <a:pt x="88734" y="1680864"/>
                  </a:lnTo>
                  <a:lnTo>
                    <a:pt x="122977" y="1652753"/>
                  </a:lnTo>
                  <a:lnTo>
                    <a:pt x="158640" y="1626584"/>
                  </a:lnTo>
                  <a:lnTo>
                    <a:pt x="195485" y="1602562"/>
                  </a:lnTo>
                  <a:lnTo>
                    <a:pt x="233278" y="1580889"/>
                  </a:lnTo>
                  <a:lnTo>
                    <a:pt x="271783" y="1561773"/>
                  </a:lnTo>
                  <a:lnTo>
                    <a:pt x="310764" y="1545416"/>
                  </a:lnTo>
                  <a:lnTo>
                    <a:pt x="349986" y="1532025"/>
                  </a:lnTo>
                  <a:lnTo>
                    <a:pt x="389214" y="1521804"/>
                  </a:lnTo>
                  <a:lnTo>
                    <a:pt x="428210" y="1514957"/>
                  </a:lnTo>
                  <a:lnTo>
                    <a:pt x="466740" y="1511689"/>
                  </a:lnTo>
                  <a:lnTo>
                    <a:pt x="504569" y="1512206"/>
                  </a:lnTo>
                  <a:lnTo>
                    <a:pt x="541459" y="1516711"/>
                  </a:lnTo>
                  <a:lnTo>
                    <a:pt x="577177" y="1525410"/>
                  </a:lnTo>
                  <a:lnTo>
                    <a:pt x="611486" y="1538507"/>
                  </a:lnTo>
                  <a:lnTo>
                    <a:pt x="278289" y="1312082"/>
                  </a:lnTo>
                  <a:lnTo>
                    <a:pt x="245154" y="1287450"/>
                  </a:lnTo>
                  <a:lnTo>
                    <a:pt x="62370" y="1034557"/>
                  </a:lnTo>
                  <a:lnTo>
                    <a:pt x="124402" y="750915"/>
                  </a:lnTo>
                  <a:lnTo>
                    <a:pt x="242942" y="705078"/>
                  </a:lnTo>
                  <a:lnTo>
                    <a:pt x="886197" y="1142203"/>
                  </a:lnTo>
                  <a:lnTo>
                    <a:pt x="842737" y="943264"/>
                  </a:lnTo>
                  <a:lnTo>
                    <a:pt x="836662" y="898969"/>
                  </a:lnTo>
                  <a:lnTo>
                    <a:pt x="1712525" y="1494164"/>
                  </a:lnTo>
                  <a:lnTo>
                    <a:pt x="1716725" y="1494646"/>
                  </a:lnTo>
                  <a:lnTo>
                    <a:pt x="1722131" y="1495364"/>
                  </a:lnTo>
                  <a:lnTo>
                    <a:pt x="1725536" y="1495752"/>
                  </a:lnTo>
                  <a:lnTo>
                    <a:pt x="1747829" y="1498802"/>
                  </a:lnTo>
                  <a:lnTo>
                    <a:pt x="1787020" y="1504713"/>
                  </a:lnTo>
                  <a:lnTo>
                    <a:pt x="1836726" y="1513150"/>
                  </a:lnTo>
                  <a:lnTo>
                    <a:pt x="1895229" y="1524347"/>
                  </a:lnTo>
                  <a:lnTo>
                    <a:pt x="1960806" y="1538536"/>
                  </a:lnTo>
                  <a:lnTo>
                    <a:pt x="2031739" y="1555949"/>
                  </a:lnTo>
                  <a:lnTo>
                    <a:pt x="2068676" y="1565937"/>
                  </a:lnTo>
                  <a:lnTo>
                    <a:pt x="2106306" y="1576818"/>
                  </a:lnTo>
                  <a:lnTo>
                    <a:pt x="2131801" y="1584714"/>
                  </a:lnTo>
                  <a:close/>
                </a:path>
                <a:path w="2132330" h="1771650">
                  <a:moveTo>
                    <a:pt x="278289" y="1312082"/>
                  </a:moveTo>
                  <a:lnTo>
                    <a:pt x="611486" y="1538507"/>
                  </a:lnTo>
                  <a:lnTo>
                    <a:pt x="489333" y="1468973"/>
                  </a:lnTo>
                  <a:lnTo>
                    <a:pt x="278289" y="1312082"/>
                  </a:lnTo>
                  <a:close/>
                </a:path>
                <a:path w="2132330" h="1771650">
                  <a:moveTo>
                    <a:pt x="628089" y="803820"/>
                  </a:moveTo>
                  <a:lnTo>
                    <a:pt x="813213" y="1027537"/>
                  </a:lnTo>
                  <a:lnTo>
                    <a:pt x="886197" y="1142203"/>
                  </a:lnTo>
                  <a:lnTo>
                    <a:pt x="242942" y="705078"/>
                  </a:lnTo>
                  <a:lnTo>
                    <a:pt x="381571" y="651472"/>
                  </a:lnTo>
                  <a:lnTo>
                    <a:pt x="628089" y="803820"/>
                  </a:lnTo>
                  <a:close/>
                </a:path>
                <a:path w="2132330" h="1771650">
                  <a:moveTo>
                    <a:pt x="2131801" y="868616"/>
                  </a:moveTo>
                  <a:lnTo>
                    <a:pt x="2131801" y="1545002"/>
                  </a:lnTo>
                  <a:lnTo>
                    <a:pt x="2107775" y="1543103"/>
                  </a:lnTo>
                  <a:lnTo>
                    <a:pt x="1726661" y="1495904"/>
                  </a:lnTo>
                  <a:lnTo>
                    <a:pt x="1720882" y="1495124"/>
                  </a:lnTo>
                  <a:lnTo>
                    <a:pt x="1712525" y="1494164"/>
                  </a:lnTo>
                  <a:lnTo>
                    <a:pt x="836662" y="898969"/>
                  </a:lnTo>
                  <a:lnTo>
                    <a:pt x="789829" y="557467"/>
                  </a:lnTo>
                  <a:lnTo>
                    <a:pt x="1359876" y="944844"/>
                  </a:lnTo>
                  <a:lnTo>
                    <a:pt x="1429752" y="782340"/>
                  </a:lnTo>
                  <a:lnTo>
                    <a:pt x="1535012" y="575937"/>
                  </a:lnTo>
                  <a:lnTo>
                    <a:pt x="2047344" y="924094"/>
                  </a:lnTo>
                  <a:lnTo>
                    <a:pt x="2092436" y="893950"/>
                  </a:lnTo>
                  <a:lnTo>
                    <a:pt x="2131801" y="868616"/>
                  </a:lnTo>
                  <a:close/>
                </a:path>
                <a:path w="2132330" h="1771650">
                  <a:moveTo>
                    <a:pt x="1723072" y="1495419"/>
                  </a:moveTo>
                  <a:lnTo>
                    <a:pt x="1722131" y="1495364"/>
                  </a:lnTo>
                  <a:lnTo>
                    <a:pt x="1716725" y="1494646"/>
                  </a:lnTo>
                  <a:lnTo>
                    <a:pt x="1719935" y="1494996"/>
                  </a:lnTo>
                  <a:lnTo>
                    <a:pt x="1723072" y="1495419"/>
                  </a:lnTo>
                  <a:close/>
                </a:path>
                <a:path w="2132330" h="1771650">
                  <a:moveTo>
                    <a:pt x="1053113" y="0"/>
                  </a:moveTo>
                  <a:lnTo>
                    <a:pt x="1309667" y="209039"/>
                  </a:lnTo>
                  <a:lnTo>
                    <a:pt x="1391937" y="527007"/>
                  </a:lnTo>
                  <a:lnTo>
                    <a:pt x="1381485" y="817681"/>
                  </a:lnTo>
                  <a:lnTo>
                    <a:pt x="1359876" y="944844"/>
                  </a:lnTo>
                  <a:lnTo>
                    <a:pt x="789829" y="557467"/>
                  </a:lnTo>
                  <a:lnTo>
                    <a:pt x="784213" y="516516"/>
                  </a:lnTo>
                  <a:lnTo>
                    <a:pt x="818410" y="117061"/>
                  </a:lnTo>
                  <a:lnTo>
                    <a:pt x="1053113" y="0"/>
                  </a:lnTo>
                  <a:close/>
                </a:path>
                <a:path w="2132330" h="1771650">
                  <a:moveTo>
                    <a:pt x="2020423" y="159334"/>
                  </a:moveTo>
                  <a:lnTo>
                    <a:pt x="2054516" y="201500"/>
                  </a:lnTo>
                  <a:lnTo>
                    <a:pt x="2085927" y="243520"/>
                  </a:lnTo>
                  <a:lnTo>
                    <a:pt x="2114491" y="285383"/>
                  </a:lnTo>
                  <a:lnTo>
                    <a:pt x="2131801" y="313632"/>
                  </a:lnTo>
                  <a:lnTo>
                    <a:pt x="2131801" y="834516"/>
                  </a:lnTo>
                  <a:lnTo>
                    <a:pt x="2121434" y="848288"/>
                  </a:lnTo>
                  <a:lnTo>
                    <a:pt x="2087155" y="886365"/>
                  </a:lnTo>
                  <a:lnTo>
                    <a:pt x="2047344" y="924094"/>
                  </a:lnTo>
                  <a:lnTo>
                    <a:pt x="1535012" y="575937"/>
                  </a:lnTo>
                  <a:lnTo>
                    <a:pt x="1601256" y="446040"/>
                  </a:lnTo>
                  <a:lnTo>
                    <a:pt x="1817207" y="162765"/>
                  </a:lnTo>
                  <a:lnTo>
                    <a:pt x="2020423" y="159334"/>
                  </a:lnTo>
                  <a:close/>
                </a:path>
              </a:pathLst>
            </a:custGeom>
            <a:solidFill>
              <a:srgbClr val="4E604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1285875"/>
            <a:ext cx="2566191" cy="3352800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11382366" y="2811978"/>
            <a:ext cx="478631" cy="507206"/>
          </a:xfrm>
          <a:custGeom>
            <a:avLst/>
            <a:gdLst/>
            <a:ahLst/>
            <a:cxnLst/>
            <a:rect l="l" t="t" r="r" b="b"/>
            <a:pathLst>
              <a:path w="638175" h="676275">
                <a:moveTo>
                  <a:pt x="306069" y="0"/>
                </a:moveTo>
                <a:lnTo>
                  <a:pt x="283825" y="21690"/>
                </a:lnTo>
                <a:lnTo>
                  <a:pt x="263802" y="64515"/>
                </a:lnTo>
                <a:lnTo>
                  <a:pt x="242238" y="106353"/>
                </a:lnTo>
                <a:lnTo>
                  <a:pt x="217773" y="146404"/>
                </a:lnTo>
                <a:lnTo>
                  <a:pt x="189046" y="183871"/>
                </a:lnTo>
                <a:lnTo>
                  <a:pt x="160089" y="215475"/>
                </a:lnTo>
                <a:lnTo>
                  <a:pt x="99604" y="250847"/>
                </a:lnTo>
                <a:lnTo>
                  <a:pt x="57821" y="252286"/>
                </a:lnTo>
                <a:lnTo>
                  <a:pt x="23950" y="260712"/>
                </a:lnTo>
                <a:lnTo>
                  <a:pt x="4302" y="286867"/>
                </a:lnTo>
                <a:lnTo>
                  <a:pt x="0" y="320555"/>
                </a:lnTo>
                <a:lnTo>
                  <a:pt x="12167" y="351575"/>
                </a:lnTo>
                <a:lnTo>
                  <a:pt x="41928" y="369730"/>
                </a:lnTo>
                <a:lnTo>
                  <a:pt x="58798" y="376311"/>
                </a:lnTo>
                <a:lnTo>
                  <a:pt x="77849" y="387505"/>
                </a:lnTo>
                <a:lnTo>
                  <a:pt x="111884" y="410635"/>
                </a:lnTo>
                <a:lnTo>
                  <a:pt x="145579" y="439828"/>
                </a:lnTo>
                <a:lnTo>
                  <a:pt x="174791" y="473683"/>
                </a:lnTo>
                <a:lnTo>
                  <a:pt x="198066" y="507552"/>
                </a:lnTo>
                <a:lnTo>
                  <a:pt x="214144" y="544015"/>
                </a:lnTo>
                <a:lnTo>
                  <a:pt x="225782" y="582311"/>
                </a:lnTo>
                <a:lnTo>
                  <a:pt x="235735" y="621677"/>
                </a:lnTo>
                <a:lnTo>
                  <a:pt x="235610" y="622228"/>
                </a:lnTo>
                <a:lnTo>
                  <a:pt x="235559" y="622811"/>
                </a:lnTo>
                <a:lnTo>
                  <a:pt x="235395" y="623339"/>
                </a:lnTo>
                <a:lnTo>
                  <a:pt x="236519" y="652408"/>
                </a:lnTo>
                <a:lnTo>
                  <a:pt x="254697" y="670593"/>
                </a:lnTo>
                <a:lnTo>
                  <a:pt x="281270" y="675658"/>
                </a:lnTo>
                <a:lnTo>
                  <a:pt x="307577" y="665370"/>
                </a:lnTo>
                <a:lnTo>
                  <a:pt x="322007" y="650729"/>
                </a:lnTo>
                <a:lnTo>
                  <a:pt x="334620" y="632981"/>
                </a:lnTo>
                <a:lnTo>
                  <a:pt x="345806" y="614074"/>
                </a:lnTo>
                <a:lnTo>
                  <a:pt x="355956" y="595954"/>
                </a:lnTo>
                <a:lnTo>
                  <a:pt x="370526" y="570297"/>
                </a:lnTo>
                <a:lnTo>
                  <a:pt x="400800" y="519984"/>
                </a:lnTo>
                <a:lnTo>
                  <a:pt x="456622" y="456062"/>
                </a:lnTo>
                <a:lnTo>
                  <a:pt x="500289" y="429723"/>
                </a:lnTo>
                <a:lnTo>
                  <a:pt x="548295" y="410939"/>
                </a:lnTo>
                <a:lnTo>
                  <a:pt x="600146" y="393944"/>
                </a:lnTo>
                <a:lnTo>
                  <a:pt x="623694" y="378914"/>
                </a:lnTo>
                <a:lnTo>
                  <a:pt x="636944" y="355854"/>
                </a:lnTo>
                <a:lnTo>
                  <a:pt x="637664" y="329618"/>
                </a:lnTo>
                <a:lnTo>
                  <a:pt x="623620" y="305059"/>
                </a:lnTo>
                <a:lnTo>
                  <a:pt x="607608" y="292516"/>
                </a:lnTo>
                <a:lnTo>
                  <a:pt x="590221" y="283579"/>
                </a:lnTo>
                <a:lnTo>
                  <a:pt x="572007" y="276022"/>
                </a:lnTo>
                <a:lnTo>
                  <a:pt x="553511" y="267620"/>
                </a:lnTo>
                <a:lnTo>
                  <a:pt x="509615" y="241378"/>
                </a:lnTo>
                <a:lnTo>
                  <a:pt x="469887" y="209407"/>
                </a:lnTo>
                <a:lnTo>
                  <a:pt x="438894" y="175786"/>
                </a:lnTo>
                <a:lnTo>
                  <a:pt x="407906" y="134430"/>
                </a:lnTo>
                <a:lnTo>
                  <a:pt x="383375" y="89586"/>
                </a:lnTo>
                <a:lnTo>
                  <a:pt x="371756" y="45500"/>
                </a:lnTo>
                <a:lnTo>
                  <a:pt x="359728" y="17550"/>
                </a:lnTo>
                <a:lnTo>
                  <a:pt x="334601" y="501"/>
                </a:lnTo>
                <a:lnTo>
                  <a:pt x="306069" y="0"/>
                </a:lnTo>
                <a:close/>
              </a:path>
            </a:pathLst>
          </a:custGeom>
          <a:solidFill>
            <a:srgbClr val="FDECD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1461416" y="2190913"/>
            <a:ext cx="320516" cy="340043"/>
          </a:xfrm>
          <a:custGeom>
            <a:avLst/>
            <a:gdLst/>
            <a:ahLst/>
            <a:cxnLst/>
            <a:rect l="l" t="t" r="r" b="b"/>
            <a:pathLst>
              <a:path w="427355" h="453389">
                <a:moveTo>
                  <a:pt x="205033" y="0"/>
                </a:moveTo>
                <a:lnTo>
                  <a:pt x="190125" y="14535"/>
                </a:lnTo>
                <a:lnTo>
                  <a:pt x="176703" y="43240"/>
                </a:lnTo>
                <a:lnTo>
                  <a:pt x="162248" y="71282"/>
                </a:lnTo>
                <a:lnTo>
                  <a:pt x="126596" y="123240"/>
                </a:lnTo>
                <a:lnTo>
                  <a:pt x="88350" y="159647"/>
                </a:lnTo>
                <a:lnTo>
                  <a:pt x="38642" y="169096"/>
                </a:lnTo>
                <a:lnTo>
                  <a:pt x="11728" y="178278"/>
                </a:lnTo>
                <a:lnTo>
                  <a:pt x="0" y="203359"/>
                </a:lnTo>
                <a:lnTo>
                  <a:pt x="4930" y="230987"/>
                </a:lnTo>
                <a:lnTo>
                  <a:pt x="27991" y="247811"/>
                </a:lnTo>
                <a:lnTo>
                  <a:pt x="39300" y="252223"/>
                </a:lnTo>
                <a:lnTo>
                  <a:pt x="52071" y="259727"/>
                </a:lnTo>
                <a:lnTo>
                  <a:pt x="86936" y="284466"/>
                </a:lnTo>
                <a:lnTo>
                  <a:pt x="117048" y="317489"/>
                </a:lnTo>
                <a:lnTo>
                  <a:pt x="143420" y="364630"/>
                </a:lnTo>
                <a:lnTo>
                  <a:pt x="157893" y="416685"/>
                </a:lnTo>
                <a:lnTo>
                  <a:pt x="157807" y="417053"/>
                </a:lnTo>
                <a:lnTo>
                  <a:pt x="157776" y="417440"/>
                </a:lnTo>
                <a:lnTo>
                  <a:pt x="157663" y="417800"/>
                </a:lnTo>
                <a:lnTo>
                  <a:pt x="158416" y="437280"/>
                </a:lnTo>
                <a:lnTo>
                  <a:pt x="170600" y="449465"/>
                </a:lnTo>
                <a:lnTo>
                  <a:pt x="188412" y="452857"/>
                </a:lnTo>
                <a:lnTo>
                  <a:pt x="206046" y="445960"/>
                </a:lnTo>
                <a:lnTo>
                  <a:pt x="215717" y="436151"/>
                </a:lnTo>
                <a:lnTo>
                  <a:pt x="224169" y="424257"/>
                </a:lnTo>
                <a:lnTo>
                  <a:pt x="231666" y="411586"/>
                </a:lnTo>
                <a:lnTo>
                  <a:pt x="238470" y="399442"/>
                </a:lnTo>
                <a:lnTo>
                  <a:pt x="248236" y="382244"/>
                </a:lnTo>
                <a:lnTo>
                  <a:pt x="268528" y="348518"/>
                </a:lnTo>
                <a:lnTo>
                  <a:pt x="305940" y="305675"/>
                </a:lnTo>
                <a:lnTo>
                  <a:pt x="367385" y="275431"/>
                </a:lnTo>
                <a:lnTo>
                  <a:pt x="402138" y="264040"/>
                </a:lnTo>
                <a:lnTo>
                  <a:pt x="417919" y="253968"/>
                </a:lnTo>
                <a:lnTo>
                  <a:pt x="426801" y="238512"/>
                </a:lnTo>
                <a:lnTo>
                  <a:pt x="427284" y="220925"/>
                </a:lnTo>
                <a:lnTo>
                  <a:pt x="417870" y="204461"/>
                </a:lnTo>
                <a:lnTo>
                  <a:pt x="407138" y="196057"/>
                </a:lnTo>
                <a:lnTo>
                  <a:pt x="395484" y="190068"/>
                </a:lnTo>
                <a:lnTo>
                  <a:pt x="383275" y="185004"/>
                </a:lnTo>
                <a:lnTo>
                  <a:pt x="370880" y="179372"/>
                </a:lnTo>
                <a:lnTo>
                  <a:pt x="327344" y="151373"/>
                </a:lnTo>
                <a:lnTo>
                  <a:pt x="294058" y="117821"/>
                </a:lnTo>
                <a:lnTo>
                  <a:pt x="256848" y="60047"/>
                </a:lnTo>
                <a:lnTo>
                  <a:pt x="249059" y="30498"/>
                </a:lnTo>
                <a:lnTo>
                  <a:pt x="240996" y="11764"/>
                </a:lnTo>
                <a:lnTo>
                  <a:pt x="224155" y="337"/>
                </a:lnTo>
                <a:lnTo>
                  <a:pt x="205033" y="0"/>
                </a:lnTo>
                <a:close/>
              </a:path>
            </a:pathLst>
          </a:custGeom>
          <a:solidFill>
            <a:srgbClr val="FDECD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0996828" y="2514670"/>
            <a:ext cx="320516" cy="340043"/>
          </a:xfrm>
          <a:custGeom>
            <a:avLst/>
            <a:gdLst/>
            <a:ahLst/>
            <a:cxnLst/>
            <a:rect l="l" t="t" r="r" b="b"/>
            <a:pathLst>
              <a:path w="427355" h="453389">
                <a:moveTo>
                  <a:pt x="205033" y="0"/>
                </a:moveTo>
                <a:lnTo>
                  <a:pt x="190124" y="14537"/>
                </a:lnTo>
                <a:lnTo>
                  <a:pt x="176706" y="43242"/>
                </a:lnTo>
                <a:lnTo>
                  <a:pt x="162253" y="71283"/>
                </a:lnTo>
                <a:lnTo>
                  <a:pt x="126599" y="123242"/>
                </a:lnTo>
                <a:lnTo>
                  <a:pt x="88353" y="159645"/>
                </a:lnTo>
                <a:lnTo>
                  <a:pt x="38645" y="169098"/>
                </a:lnTo>
                <a:lnTo>
                  <a:pt x="11729" y="178277"/>
                </a:lnTo>
                <a:lnTo>
                  <a:pt x="0" y="203356"/>
                </a:lnTo>
                <a:lnTo>
                  <a:pt x="4930" y="230984"/>
                </a:lnTo>
                <a:lnTo>
                  <a:pt x="27994" y="247809"/>
                </a:lnTo>
                <a:lnTo>
                  <a:pt x="39301" y="252222"/>
                </a:lnTo>
                <a:lnTo>
                  <a:pt x="52071" y="259727"/>
                </a:lnTo>
                <a:lnTo>
                  <a:pt x="86938" y="284463"/>
                </a:lnTo>
                <a:lnTo>
                  <a:pt x="117047" y="317483"/>
                </a:lnTo>
                <a:lnTo>
                  <a:pt x="143423" y="364626"/>
                </a:lnTo>
                <a:lnTo>
                  <a:pt x="157896" y="416679"/>
                </a:lnTo>
                <a:lnTo>
                  <a:pt x="157810" y="417047"/>
                </a:lnTo>
                <a:lnTo>
                  <a:pt x="157775" y="417442"/>
                </a:lnTo>
                <a:lnTo>
                  <a:pt x="157669" y="417798"/>
                </a:lnTo>
                <a:lnTo>
                  <a:pt x="158421" y="437276"/>
                </a:lnTo>
                <a:lnTo>
                  <a:pt x="170603" y="449462"/>
                </a:lnTo>
                <a:lnTo>
                  <a:pt x="188412" y="452855"/>
                </a:lnTo>
                <a:lnTo>
                  <a:pt x="206045" y="445958"/>
                </a:lnTo>
                <a:lnTo>
                  <a:pt x="215716" y="436150"/>
                </a:lnTo>
                <a:lnTo>
                  <a:pt x="224170" y="424257"/>
                </a:lnTo>
                <a:lnTo>
                  <a:pt x="231666" y="411586"/>
                </a:lnTo>
                <a:lnTo>
                  <a:pt x="238469" y="399441"/>
                </a:lnTo>
                <a:lnTo>
                  <a:pt x="248237" y="382243"/>
                </a:lnTo>
                <a:lnTo>
                  <a:pt x="268531" y="348518"/>
                </a:lnTo>
                <a:lnTo>
                  <a:pt x="305944" y="305674"/>
                </a:lnTo>
                <a:lnTo>
                  <a:pt x="367387" y="275433"/>
                </a:lnTo>
                <a:lnTo>
                  <a:pt x="402141" y="264042"/>
                </a:lnTo>
                <a:lnTo>
                  <a:pt x="417925" y="253967"/>
                </a:lnTo>
                <a:lnTo>
                  <a:pt x="426807" y="238510"/>
                </a:lnTo>
                <a:lnTo>
                  <a:pt x="427287" y="220924"/>
                </a:lnTo>
                <a:lnTo>
                  <a:pt x="417869" y="204464"/>
                </a:lnTo>
                <a:lnTo>
                  <a:pt x="407141" y="196057"/>
                </a:lnTo>
                <a:lnTo>
                  <a:pt x="395490" y="190067"/>
                </a:lnTo>
                <a:lnTo>
                  <a:pt x="383283" y="185001"/>
                </a:lnTo>
                <a:lnTo>
                  <a:pt x="370886" y="179366"/>
                </a:lnTo>
                <a:lnTo>
                  <a:pt x="327347" y="151371"/>
                </a:lnTo>
                <a:lnTo>
                  <a:pt x="294061" y="117818"/>
                </a:lnTo>
                <a:lnTo>
                  <a:pt x="256849" y="60045"/>
                </a:lnTo>
                <a:lnTo>
                  <a:pt x="249062" y="30496"/>
                </a:lnTo>
                <a:lnTo>
                  <a:pt x="241000" y="11763"/>
                </a:lnTo>
                <a:lnTo>
                  <a:pt x="224158" y="336"/>
                </a:lnTo>
                <a:lnTo>
                  <a:pt x="205033" y="0"/>
                </a:lnTo>
                <a:close/>
              </a:path>
            </a:pathLst>
          </a:custGeom>
          <a:solidFill>
            <a:srgbClr val="FDECD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6478001"/>
            <a:ext cx="4132331" cy="2523123"/>
          </a:xfrm>
          <a:prstGeom prst="rect">
            <a:avLst/>
          </a:prstGeom>
        </p:spPr>
      </p:pic>
      <p:grpSp>
        <p:nvGrpSpPr>
          <p:cNvPr id="14" name="object 14"/>
          <p:cNvGrpSpPr/>
          <p:nvPr/>
        </p:nvGrpSpPr>
        <p:grpSpPr>
          <a:xfrm>
            <a:off x="12251484" y="1651854"/>
            <a:ext cx="271939" cy="271939"/>
            <a:chOff x="16335312" y="487972"/>
            <a:chExt cx="362585" cy="362585"/>
          </a:xfrm>
        </p:grpSpPr>
        <p:sp>
          <p:nvSpPr>
            <p:cNvPr id="15" name="object 15"/>
            <p:cNvSpPr/>
            <p:nvPr/>
          </p:nvSpPr>
          <p:spPr>
            <a:xfrm>
              <a:off x="16343556" y="496215"/>
              <a:ext cx="346075" cy="346075"/>
            </a:xfrm>
            <a:custGeom>
              <a:avLst/>
              <a:gdLst/>
              <a:ahLst/>
              <a:cxnLst/>
              <a:rect l="l" t="t" r="r" b="b"/>
              <a:pathLst>
                <a:path w="346075" h="346075">
                  <a:moveTo>
                    <a:pt x="172766" y="345533"/>
                  </a:moveTo>
                  <a:lnTo>
                    <a:pt x="122614" y="338095"/>
                  </a:lnTo>
                  <a:lnTo>
                    <a:pt x="76782" y="316416"/>
                  </a:lnTo>
                  <a:lnTo>
                    <a:pt x="39214" y="282369"/>
                  </a:lnTo>
                  <a:lnTo>
                    <a:pt x="13151" y="238881"/>
                  </a:lnTo>
                  <a:lnTo>
                    <a:pt x="829" y="189700"/>
                  </a:lnTo>
                  <a:lnTo>
                    <a:pt x="0" y="172766"/>
                  </a:lnTo>
                  <a:lnTo>
                    <a:pt x="829" y="155832"/>
                  </a:lnTo>
                  <a:lnTo>
                    <a:pt x="13151" y="106651"/>
                  </a:lnTo>
                  <a:lnTo>
                    <a:pt x="39214" y="63163"/>
                  </a:lnTo>
                  <a:lnTo>
                    <a:pt x="76782" y="29116"/>
                  </a:lnTo>
                  <a:lnTo>
                    <a:pt x="122614" y="7437"/>
                  </a:lnTo>
                  <a:lnTo>
                    <a:pt x="172766" y="0"/>
                  </a:lnTo>
                  <a:lnTo>
                    <a:pt x="189700" y="829"/>
                  </a:lnTo>
                  <a:lnTo>
                    <a:pt x="238881" y="13151"/>
                  </a:lnTo>
                  <a:lnTo>
                    <a:pt x="282369" y="39214"/>
                  </a:lnTo>
                  <a:lnTo>
                    <a:pt x="316416" y="76782"/>
                  </a:lnTo>
                  <a:lnTo>
                    <a:pt x="338095" y="122614"/>
                  </a:lnTo>
                  <a:lnTo>
                    <a:pt x="345533" y="172766"/>
                  </a:lnTo>
                  <a:lnTo>
                    <a:pt x="344703" y="189700"/>
                  </a:lnTo>
                  <a:lnTo>
                    <a:pt x="332382" y="238881"/>
                  </a:lnTo>
                  <a:lnTo>
                    <a:pt x="306318" y="282369"/>
                  </a:lnTo>
                  <a:lnTo>
                    <a:pt x="268750" y="316416"/>
                  </a:lnTo>
                  <a:lnTo>
                    <a:pt x="222918" y="338095"/>
                  </a:lnTo>
                  <a:lnTo>
                    <a:pt x="172766" y="345533"/>
                  </a:lnTo>
                  <a:close/>
                </a:path>
              </a:pathLst>
            </a:custGeom>
            <a:solidFill>
              <a:srgbClr val="6A45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6343556" y="496215"/>
              <a:ext cx="346075" cy="346075"/>
            </a:xfrm>
            <a:custGeom>
              <a:avLst/>
              <a:gdLst/>
              <a:ahLst/>
              <a:cxnLst/>
              <a:rect l="l" t="t" r="r" b="b"/>
              <a:pathLst>
                <a:path w="346075" h="346075">
                  <a:moveTo>
                    <a:pt x="345533" y="172766"/>
                  </a:moveTo>
                  <a:lnTo>
                    <a:pt x="340354" y="214755"/>
                  </a:lnTo>
                  <a:lnTo>
                    <a:pt x="325134" y="254209"/>
                  </a:lnTo>
                  <a:lnTo>
                    <a:pt x="300785" y="288782"/>
                  </a:lnTo>
                  <a:lnTo>
                    <a:pt x="268750" y="316416"/>
                  </a:lnTo>
                  <a:lnTo>
                    <a:pt x="230960" y="335438"/>
                  </a:lnTo>
                  <a:lnTo>
                    <a:pt x="189700" y="344703"/>
                  </a:lnTo>
                  <a:lnTo>
                    <a:pt x="172766" y="345533"/>
                  </a:lnTo>
                  <a:lnTo>
                    <a:pt x="164279" y="345325"/>
                  </a:lnTo>
                  <a:lnTo>
                    <a:pt x="122614" y="338095"/>
                  </a:lnTo>
                  <a:lnTo>
                    <a:pt x="83955" y="320959"/>
                  </a:lnTo>
                  <a:lnTo>
                    <a:pt x="50602" y="294931"/>
                  </a:lnTo>
                  <a:lnTo>
                    <a:pt x="24573" y="261578"/>
                  </a:lnTo>
                  <a:lnTo>
                    <a:pt x="7437" y="222918"/>
                  </a:lnTo>
                  <a:lnTo>
                    <a:pt x="207" y="181254"/>
                  </a:lnTo>
                  <a:lnTo>
                    <a:pt x="0" y="172766"/>
                  </a:lnTo>
                  <a:lnTo>
                    <a:pt x="207" y="164279"/>
                  </a:lnTo>
                  <a:lnTo>
                    <a:pt x="7437" y="122614"/>
                  </a:lnTo>
                  <a:lnTo>
                    <a:pt x="24573" y="83955"/>
                  </a:lnTo>
                  <a:lnTo>
                    <a:pt x="50602" y="50602"/>
                  </a:lnTo>
                  <a:lnTo>
                    <a:pt x="83955" y="24573"/>
                  </a:lnTo>
                  <a:lnTo>
                    <a:pt x="122614" y="7437"/>
                  </a:lnTo>
                  <a:lnTo>
                    <a:pt x="164279" y="207"/>
                  </a:lnTo>
                  <a:lnTo>
                    <a:pt x="172766" y="0"/>
                  </a:lnTo>
                  <a:lnTo>
                    <a:pt x="181254" y="207"/>
                  </a:lnTo>
                  <a:lnTo>
                    <a:pt x="222918" y="7437"/>
                  </a:lnTo>
                  <a:lnTo>
                    <a:pt x="261578" y="24573"/>
                  </a:lnTo>
                  <a:lnTo>
                    <a:pt x="294931" y="50602"/>
                  </a:lnTo>
                  <a:lnTo>
                    <a:pt x="320959" y="83954"/>
                  </a:lnTo>
                  <a:lnTo>
                    <a:pt x="338095" y="122614"/>
                  </a:lnTo>
                  <a:lnTo>
                    <a:pt x="345325" y="164279"/>
                  </a:lnTo>
                  <a:lnTo>
                    <a:pt x="345533" y="172766"/>
                  </a:lnTo>
                  <a:close/>
                </a:path>
              </a:pathLst>
            </a:custGeom>
            <a:ln w="1648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7" name="object 17"/>
          <p:cNvGrpSpPr/>
          <p:nvPr/>
        </p:nvGrpSpPr>
        <p:grpSpPr>
          <a:xfrm>
            <a:off x="12528925" y="2072780"/>
            <a:ext cx="276225" cy="276225"/>
            <a:chOff x="16705233" y="1049206"/>
            <a:chExt cx="368300" cy="368300"/>
          </a:xfrm>
        </p:grpSpPr>
        <p:sp>
          <p:nvSpPr>
            <p:cNvPr id="18" name="object 18"/>
            <p:cNvSpPr/>
            <p:nvPr/>
          </p:nvSpPr>
          <p:spPr>
            <a:xfrm>
              <a:off x="16713476" y="1057449"/>
              <a:ext cx="351790" cy="351790"/>
            </a:xfrm>
            <a:custGeom>
              <a:avLst/>
              <a:gdLst/>
              <a:ahLst/>
              <a:cxnLst/>
              <a:rect l="l" t="t" r="r" b="b"/>
              <a:pathLst>
                <a:path w="351790" h="351790">
                  <a:moveTo>
                    <a:pt x="175857" y="351715"/>
                  </a:moveTo>
                  <a:lnTo>
                    <a:pt x="124808" y="344145"/>
                  </a:lnTo>
                  <a:lnTo>
                    <a:pt x="78156" y="322078"/>
                  </a:lnTo>
                  <a:lnTo>
                    <a:pt x="39916" y="287422"/>
                  </a:lnTo>
                  <a:lnTo>
                    <a:pt x="13386" y="243155"/>
                  </a:lnTo>
                  <a:lnTo>
                    <a:pt x="844" y="193095"/>
                  </a:lnTo>
                  <a:lnTo>
                    <a:pt x="0" y="175857"/>
                  </a:lnTo>
                  <a:lnTo>
                    <a:pt x="844" y="158620"/>
                  </a:lnTo>
                  <a:lnTo>
                    <a:pt x="13386" y="108559"/>
                  </a:lnTo>
                  <a:lnTo>
                    <a:pt x="39916" y="64293"/>
                  </a:lnTo>
                  <a:lnTo>
                    <a:pt x="78156" y="29637"/>
                  </a:lnTo>
                  <a:lnTo>
                    <a:pt x="124808" y="7570"/>
                  </a:lnTo>
                  <a:lnTo>
                    <a:pt x="175857" y="0"/>
                  </a:lnTo>
                  <a:lnTo>
                    <a:pt x="193095" y="844"/>
                  </a:lnTo>
                  <a:lnTo>
                    <a:pt x="243155" y="13386"/>
                  </a:lnTo>
                  <a:lnTo>
                    <a:pt x="287422" y="39916"/>
                  </a:lnTo>
                  <a:lnTo>
                    <a:pt x="322078" y="78156"/>
                  </a:lnTo>
                  <a:lnTo>
                    <a:pt x="344145" y="124808"/>
                  </a:lnTo>
                  <a:lnTo>
                    <a:pt x="351715" y="175857"/>
                  </a:lnTo>
                  <a:lnTo>
                    <a:pt x="350871" y="193095"/>
                  </a:lnTo>
                  <a:lnTo>
                    <a:pt x="338329" y="243155"/>
                  </a:lnTo>
                  <a:lnTo>
                    <a:pt x="311799" y="287422"/>
                  </a:lnTo>
                  <a:lnTo>
                    <a:pt x="273559" y="322078"/>
                  </a:lnTo>
                  <a:lnTo>
                    <a:pt x="226907" y="344145"/>
                  </a:lnTo>
                  <a:lnTo>
                    <a:pt x="175857" y="351715"/>
                  </a:lnTo>
                  <a:close/>
                </a:path>
              </a:pathLst>
            </a:custGeom>
            <a:solidFill>
              <a:srgbClr val="FFD4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6713476" y="1057449"/>
              <a:ext cx="351790" cy="351790"/>
            </a:xfrm>
            <a:custGeom>
              <a:avLst/>
              <a:gdLst/>
              <a:ahLst/>
              <a:cxnLst/>
              <a:rect l="l" t="t" r="r" b="b"/>
              <a:pathLst>
                <a:path w="351790" h="351790">
                  <a:moveTo>
                    <a:pt x="351715" y="175857"/>
                  </a:moveTo>
                  <a:lnTo>
                    <a:pt x="346444" y="218598"/>
                  </a:lnTo>
                  <a:lnTo>
                    <a:pt x="330952" y="258757"/>
                  </a:lnTo>
                  <a:lnTo>
                    <a:pt x="306167" y="293949"/>
                  </a:lnTo>
                  <a:lnTo>
                    <a:pt x="273559" y="322078"/>
                  </a:lnTo>
                  <a:lnTo>
                    <a:pt x="235093" y="341440"/>
                  </a:lnTo>
                  <a:lnTo>
                    <a:pt x="193095" y="350870"/>
                  </a:lnTo>
                  <a:lnTo>
                    <a:pt x="175857" y="351715"/>
                  </a:lnTo>
                  <a:lnTo>
                    <a:pt x="167218" y="351504"/>
                  </a:lnTo>
                  <a:lnTo>
                    <a:pt x="124808" y="344145"/>
                  </a:lnTo>
                  <a:lnTo>
                    <a:pt x="85457" y="326702"/>
                  </a:lnTo>
                  <a:lnTo>
                    <a:pt x="51507" y="300208"/>
                  </a:lnTo>
                  <a:lnTo>
                    <a:pt x="25013" y="266258"/>
                  </a:lnTo>
                  <a:lnTo>
                    <a:pt x="7570" y="226907"/>
                  </a:lnTo>
                  <a:lnTo>
                    <a:pt x="211" y="184497"/>
                  </a:lnTo>
                  <a:lnTo>
                    <a:pt x="0" y="175857"/>
                  </a:lnTo>
                  <a:lnTo>
                    <a:pt x="211" y="167218"/>
                  </a:lnTo>
                  <a:lnTo>
                    <a:pt x="7570" y="124808"/>
                  </a:lnTo>
                  <a:lnTo>
                    <a:pt x="25013" y="85457"/>
                  </a:lnTo>
                  <a:lnTo>
                    <a:pt x="51507" y="51507"/>
                  </a:lnTo>
                  <a:lnTo>
                    <a:pt x="85457" y="25013"/>
                  </a:lnTo>
                  <a:lnTo>
                    <a:pt x="124808" y="7570"/>
                  </a:lnTo>
                  <a:lnTo>
                    <a:pt x="167218" y="211"/>
                  </a:lnTo>
                  <a:lnTo>
                    <a:pt x="175857" y="0"/>
                  </a:lnTo>
                  <a:lnTo>
                    <a:pt x="184497" y="211"/>
                  </a:lnTo>
                  <a:lnTo>
                    <a:pt x="226907" y="7570"/>
                  </a:lnTo>
                  <a:lnTo>
                    <a:pt x="266258" y="25013"/>
                  </a:lnTo>
                  <a:lnTo>
                    <a:pt x="300208" y="51507"/>
                  </a:lnTo>
                  <a:lnTo>
                    <a:pt x="326702" y="85457"/>
                  </a:lnTo>
                  <a:lnTo>
                    <a:pt x="344145" y="124808"/>
                  </a:lnTo>
                  <a:lnTo>
                    <a:pt x="351504" y="167218"/>
                  </a:lnTo>
                  <a:lnTo>
                    <a:pt x="351715" y="175857"/>
                  </a:lnTo>
                  <a:close/>
                </a:path>
              </a:pathLst>
            </a:custGeom>
            <a:ln w="1648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0" name="object 20"/>
          <p:cNvGrpSpPr/>
          <p:nvPr/>
        </p:nvGrpSpPr>
        <p:grpSpPr>
          <a:xfrm>
            <a:off x="12769527" y="2623281"/>
            <a:ext cx="326707" cy="326707"/>
            <a:chOff x="17026036" y="1783207"/>
            <a:chExt cx="435609" cy="435609"/>
          </a:xfrm>
        </p:grpSpPr>
        <p:sp>
          <p:nvSpPr>
            <p:cNvPr id="21" name="object 21"/>
            <p:cNvSpPr/>
            <p:nvPr/>
          </p:nvSpPr>
          <p:spPr>
            <a:xfrm>
              <a:off x="17034280" y="1791450"/>
              <a:ext cx="419100" cy="419100"/>
            </a:xfrm>
            <a:custGeom>
              <a:avLst/>
              <a:gdLst/>
              <a:ahLst/>
              <a:cxnLst/>
              <a:rect l="l" t="t" r="r" b="b"/>
              <a:pathLst>
                <a:path w="419100" h="419100">
                  <a:moveTo>
                    <a:pt x="216380" y="419036"/>
                  </a:moveTo>
                  <a:lnTo>
                    <a:pt x="175373" y="416349"/>
                  </a:lnTo>
                  <a:lnTo>
                    <a:pt x="135678" y="405713"/>
                  </a:lnTo>
                  <a:lnTo>
                    <a:pt x="98821" y="387538"/>
                  </a:lnTo>
                  <a:lnTo>
                    <a:pt x="66218" y="362521"/>
                  </a:lnTo>
                  <a:lnTo>
                    <a:pt x="39122" y="331625"/>
                  </a:lnTo>
                  <a:lnTo>
                    <a:pt x="18574" y="296036"/>
                  </a:lnTo>
                  <a:lnTo>
                    <a:pt x="5364" y="257123"/>
                  </a:lnTo>
                  <a:lnTo>
                    <a:pt x="0" y="216380"/>
                  </a:lnTo>
                  <a:lnTo>
                    <a:pt x="336" y="195810"/>
                  </a:lnTo>
                  <a:lnTo>
                    <a:pt x="7029" y="155264"/>
                  </a:lnTo>
                  <a:lnTo>
                    <a:pt x="21504" y="116803"/>
                  </a:lnTo>
                  <a:lnTo>
                    <a:pt x="43205" y="81905"/>
                  </a:lnTo>
                  <a:lnTo>
                    <a:pt x="71296" y="51911"/>
                  </a:lnTo>
                  <a:lnTo>
                    <a:pt x="104700" y="27974"/>
                  </a:lnTo>
                  <a:lnTo>
                    <a:pt x="142131" y="11013"/>
                  </a:lnTo>
                  <a:lnTo>
                    <a:pt x="182152" y="1681"/>
                  </a:lnTo>
                  <a:lnTo>
                    <a:pt x="202656" y="0"/>
                  </a:lnTo>
                  <a:lnTo>
                    <a:pt x="223225" y="336"/>
                  </a:lnTo>
                  <a:lnTo>
                    <a:pt x="263771" y="7029"/>
                  </a:lnTo>
                  <a:lnTo>
                    <a:pt x="302232" y="21505"/>
                  </a:lnTo>
                  <a:lnTo>
                    <a:pt x="337130" y="43205"/>
                  </a:lnTo>
                  <a:lnTo>
                    <a:pt x="367124" y="71296"/>
                  </a:lnTo>
                  <a:lnTo>
                    <a:pt x="391061" y="104699"/>
                  </a:lnTo>
                  <a:lnTo>
                    <a:pt x="408022" y="142131"/>
                  </a:lnTo>
                  <a:lnTo>
                    <a:pt x="417354" y="182153"/>
                  </a:lnTo>
                  <a:lnTo>
                    <a:pt x="419036" y="209518"/>
                  </a:lnTo>
                  <a:lnTo>
                    <a:pt x="417354" y="236883"/>
                  </a:lnTo>
                  <a:lnTo>
                    <a:pt x="405713" y="283357"/>
                  </a:lnTo>
                  <a:lnTo>
                    <a:pt x="387538" y="320214"/>
                  </a:lnTo>
                  <a:lnTo>
                    <a:pt x="362521" y="352817"/>
                  </a:lnTo>
                  <a:lnTo>
                    <a:pt x="331625" y="379913"/>
                  </a:lnTo>
                  <a:lnTo>
                    <a:pt x="296036" y="400461"/>
                  </a:lnTo>
                  <a:lnTo>
                    <a:pt x="257123" y="413671"/>
                  </a:lnTo>
                  <a:lnTo>
                    <a:pt x="216380" y="419036"/>
                  </a:lnTo>
                  <a:close/>
                </a:path>
              </a:pathLst>
            </a:custGeom>
            <a:solidFill>
              <a:srgbClr val="E3AE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7034280" y="1791450"/>
              <a:ext cx="419100" cy="419100"/>
            </a:xfrm>
            <a:custGeom>
              <a:avLst/>
              <a:gdLst/>
              <a:ahLst/>
              <a:cxnLst/>
              <a:rect l="l" t="t" r="r" b="b"/>
              <a:pathLst>
                <a:path w="419100" h="419100">
                  <a:moveTo>
                    <a:pt x="419036" y="209518"/>
                  </a:moveTo>
                  <a:lnTo>
                    <a:pt x="415010" y="250393"/>
                  </a:lnTo>
                  <a:lnTo>
                    <a:pt x="410014" y="270338"/>
                  </a:lnTo>
                  <a:lnTo>
                    <a:pt x="408022" y="276904"/>
                  </a:lnTo>
                  <a:lnTo>
                    <a:pt x="405713" y="283357"/>
                  </a:lnTo>
                  <a:lnTo>
                    <a:pt x="403087" y="289697"/>
                  </a:lnTo>
                  <a:lnTo>
                    <a:pt x="400461" y="296036"/>
                  </a:lnTo>
                  <a:lnTo>
                    <a:pt x="383726" y="325920"/>
                  </a:lnTo>
                  <a:lnTo>
                    <a:pt x="379913" y="331625"/>
                  </a:lnTo>
                  <a:lnTo>
                    <a:pt x="357669" y="357669"/>
                  </a:lnTo>
                  <a:lnTo>
                    <a:pt x="352817" y="362522"/>
                  </a:lnTo>
                  <a:lnTo>
                    <a:pt x="325920" y="383725"/>
                  </a:lnTo>
                  <a:lnTo>
                    <a:pt x="320214" y="387538"/>
                  </a:lnTo>
                  <a:lnTo>
                    <a:pt x="289697" y="403087"/>
                  </a:lnTo>
                  <a:lnTo>
                    <a:pt x="283357" y="405713"/>
                  </a:lnTo>
                  <a:lnTo>
                    <a:pt x="276904" y="408022"/>
                  </a:lnTo>
                  <a:lnTo>
                    <a:pt x="270338" y="410014"/>
                  </a:lnTo>
                  <a:lnTo>
                    <a:pt x="263771" y="412006"/>
                  </a:lnTo>
                  <a:lnTo>
                    <a:pt x="257123" y="413671"/>
                  </a:lnTo>
                  <a:lnTo>
                    <a:pt x="250393" y="415010"/>
                  </a:lnTo>
                  <a:lnTo>
                    <a:pt x="243662" y="416349"/>
                  </a:lnTo>
                  <a:lnTo>
                    <a:pt x="236883" y="417354"/>
                  </a:lnTo>
                  <a:lnTo>
                    <a:pt x="230054" y="418027"/>
                  </a:lnTo>
                  <a:lnTo>
                    <a:pt x="223225" y="418700"/>
                  </a:lnTo>
                  <a:lnTo>
                    <a:pt x="216380" y="419036"/>
                  </a:lnTo>
                  <a:lnTo>
                    <a:pt x="209518" y="419036"/>
                  </a:lnTo>
                  <a:lnTo>
                    <a:pt x="202656" y="419036"/>
                  </a:lnTo>
                  <a:lnTo>
                    <a:pt x="195810" y="418700"/>
                  </a:lnTo>
                  <a:lnTo>
                    <a:pt x="188981" y="418027"/>
                  </a:lnTo>
                  <a:lnTo>
                    <a:pt x="182152" y="417354"/>
                  </a:lnTo>
                  <a:lnTo>
                    <a:pt x="175373" y="416349"/>
                  </a:lnTo>
                  <a:lnTo>
                    <a:pt x="168643" y="415010"/>
                  </a:lnTo>
                  <a:lnTo>
                    <a:pt x="161913" y="413671"/>
                  </a:lnTo>
                  <a:lnTo>
                    <a:pt x="155264" y="412006"/>
                  </a:lnTo>
                  <a:lnTo>
                    <a:pt x="148698" y="410014"/>
                  </a:lnTo>
                  <a:lnTo>
                    <a:pt x="142131" y="408022"/>
                  </a:lnTo>
                  <a:lnTo>
                    <a:pt x="135678" y="405713"/>
                  </a:lnTo>
                  <a:lnTo>
                    <a:pt x="129338" y="403087"/>
                  </a:lnTo>
                  <a:lnTo>
                    <a:pt x="122999" y="400461"/>
                  </a:lnTo>
                  <a:lnTo>
                    <a:pt x="87410" y="379913"/>
                  </a:lnTo>
                  <a:lnTo>
                    <a:pt x="76601" y="371477"/>
                  </a:lnTo>
                  <a:lnTo>
                    <a:pt x="71296" y="367124"/>
                  </a:lnTo>
                  <a:lnTo>
                    <a:pt x="43205" y="337130"/>
                  </a:lnTo>
                  <a:lnTo>
                    <a:pt x="35310" y="325920"/>
                  </a:lnTo>
                  <a:lnTo>
                    <a:pt x="31497" y="320214"/>
                  </a:lnTo>
                  <a:lnTo>
                    <a:pt x="13322" y="283357"/>
                  </a:lnTo>
                  <a:lnTo>
                    <a:pt x="9021" y="270338"/>
                  </a:lnTo>
                  <a:lnTo>
                    <a:pt x="7029" y="263771"/>
                  </a:lnTo>
                  <a:lnTo>
                    <a:pt x="1008" y="230054"/>
                  </a:lnTo>
                  <a:lnTo>
                    <a:pt x="336" y="223225"/>
                  </a:lnTo>
                  <a:lnTo>
                    <a:pt x="0" y="216380"/>
                  </a:lnTo>
                  <a:lnTo>
                    <a:pt x="0" y="209518"/>
                  </a:lnTo>
                  <a:lnTo>
                    <a:pt x="0" y="202656"/>
                  </a:lnTo>
                  <a:lnTo>
                    <a:pt x="336" y="195810"/>
                  </a:lnTo>
                  <a:lnTo>
                    <a:pt x="1008" y="188981"/>
                  </a:lnTo>
                  <a:lnTo>
                    <a:pt x="1681" y="182153"/>
                  </a:lnTo>
                  <a:lnTo>
                    <a:pt x="11013" y="142131"/>
                  </a:lnTo>
                  <a:lnTo>
                    <a:pt x="24739" y="110751"/>
                  </a:lnTo>
                  <a:lnTo>
                    <a:pt x="27974" y="104699"/>
                  </a:lnTo>
                  <a:lnTo>
                    <a:pt x="51911" y="71296"/>
                  </a:lnTo>
                  <a:lnTo>
                    <a:pt x="76601" y="47558"/>
                  </a:lnTo>
                  <a:lnTo>
                    <a:pt x="81905" y="43205"/>
                  </a:lnTo>
                  <a:lnTo>
                    <a:pt x="116803" y="21505"/>
                  </a:lnTo>
                  <a:lnTo>
                    <a:pt x="155264" y="7029"/>
                  </a:lnTo>
                  <a:lnTo>
                    <a:pt x="188981" y="1009"/>
                  </a:lnTo>
                  <a:lnTo>
                    <a:pt x="195810" y="336"/>
                  </a:lnTo>
                  <a:lnTo>
                    <a:pt x="202656" y="0"/>
                  </a:lnTo>
                  <a:lnTo>
                    <a:pt x="209518" y="0"/>
                  </a:lnTo>
                  <a:lnTo>
                    <a:pt x="216380" y="0"/>
                  </a:lnTo>
                  <a:lnTo>
                    <a:pt x="223225" y="336"/>
                  </a:lnTo>
                  <a:lnTo>
                    <a:pt x="230054" y="1009"/>
                  </a:lnTo>
                  <a:lnTo>
                    <a:pt x="236883" y="1681"/>
                  </a:lnTo>
                  <a:lnTo>
                    <a:pt x="276904" y="11013"/>
                  </a:lnTo>
                  <a:lnTo>
                    <a:pt x="308284" y="24739"/>
                  </a:lnTo>
                  <a:lnTo>
                    <a:pt x="314335" y="27974"/>
                  </a:lnTo>
                  <a:lnTo>
                    <a:pt x="347739" y="51911"/>
                  </a:lnTo>
                  <a:lnTo>
                    <a:pt x="375831" y="81905"/>
                  </a:lnTo>
                  <a:lnTo>
                    <a:pt x="383725" y="93115"/>
                  </a:lnTo>
                  <a:lnTo>
                    <a:pt x="387538" y="98821"/>
                  </a:lnTo>
                  <a:lnTo>
                    <a:pt x="403087" y="129338"/>
                  </a:lnTo>
                  <a:lnTo>
                    <a:pt x="405713" y="135678"/>
                  </a:lnTo>
                  <a:lnTo>
                    <a:pt x="408022" y="142131"/>
                  </a:lnTo>
                  <a:lnTo>
                    <a:pt x="410014" y="148698"/>
                  </a:lnTo>
                  <a:lnTo>
                    <a:pt x="412006" y="155264"/>
                  </a:lnTo>
                  <a:lnTo>
                    <a:pt x="418700" y="195810"/>
                  </a:lnTo>
                  <a:lnTo>
                    <a:pt x="419036" y="202656"/>
                  </a:lnTo>
                  <a:lnTo>
                    <a:pt x="419036" y="209518"/>
                  </a:lnTo>
                  <a:close/>
                </a:path>
              </a:pathLst>
            </a:custGeom>
            <a:ln w="1648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3" name="object 23"/>
          <p:cNvGrpSpPr/>
          <p:nvPr/>
        </p:nvGrpSpPr>
        <p:grpSpPr>
          <a:xfrm>
            <a:off x="13070151" y="2077416"/>
            <a:ext cx="197644" cy="197644"/>
            <a:chOff x="17426868" y="1055388"/>
            <a:chExt cx="263525" cy="263525"/>
          </a:xfrm>
        </p:grpSpPr>
        <p:pic>
          <p:nvPicPr>
            <p:cNvPr id="24" name="object 2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435111" y="1063632"/>
              <a:ext cx="246613" cy="246613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17435111" y="1063632"/>
              <a:ext cx="247015" cy="247015"/>
            </a:xfrm>
            <a:custGeom>
              <a:avLst/>
              <a:gdLst/>
              <a:ahLst/>
              <a:cxnLst/>
              <a:rect l="l" t="t" r="r" b="b"/>
              <a:pathLst>
                <a:path w="247015" h="247015">
                  <a:moveTo>
                    <a:pt x="246613" y="123306"/>
                  </a:moveTo>
                  <a:lnTo>
                    <a:pt x="240325" y="163013"/>
                  </a:lnTo>
                  <a:lnTo>
                    <a:pt x="237226" y="170493"/>
                  </a:lnTo>
                  <a:lnTo>
                    <a:pt x="234128" y="177974"/>
                  </a:lnTo>
                  <a:lnTo>
                    <a:pt x="210497" y="210497"/>
                  </a:lnTo>
                  <a:lnTo>
                    <a:pt x="191811" y="225832"/>
                  </a:lnTo>
                  <a:lnTo>
                    <a:pt x="185080" y="230330"/>
                  </a:lnTo>
                  <a:lnTo>
                    <a:pt x="177973" y="234128"/>
                  </a:lnTo>
                  <a:lnTo>
                    <a:pt x="170493" y="237226"/>
                  </a:lnTo>
                  <a:lnTo>
                    <a:pt x="163013" y="240325"/>
                  </a:lnTo>
                  <a:lnTo>
                    <a:pt x="123306" y="246613"/>
                  </a:lnTo>
                  <a:lnTo>
                    <a:pt x="115210" y="246613"/>
                  </a:lnTo>
                  <a:lnTo>
                    <a:pt x="76118" y="237226"/>
                  </a:lnTo>
                  <a:lnTo>
                    <a:pt x="68638" y="234128"/>
                  </a:lnTo>
                  <a:lnTo>
                    <a:pt x="61532" y="230330"/>
                  </a:lnTo>
                  <a:lnTo>
                    <a:pt x="54800" y="225832"/>
                  </a:lnTo>
                  <a:lnTo>
                    <a:pt x="48069" y="221334"/>
                  </a:lnTo>
                  <a:lnTo>
                    <a:pt x="41840" y="216222"/>
                  </a:lnTo>
                  <a:lnTo>
                    <a:pt x="36115" y="210497"/>
                  </a:lnTo>
                  <a:lnTo>
                    <a:pt x="30390" y="204772"/>
                  </a:lnTo>
                  <a:lnTo>
                    <a:pt x="9386" y="170493"/>
                  </a:lnTo>
                  <a:lnTo>
                    <a:pt x="6287" y="163013"/>
                  </a:lnTo>
                  <a:lnTo>
                    <a:pt x="3948" y="155303"/>
                  </a:lnTo>
                  <a:lnTo>
                    <a:pt x="2369" y="147362"/>
                  </a:lnTo>
                  <a:lnTo>
                    <a:pt x="789" y="139421"/>
                  </a:lnTo>
                  <a:lnTo>
                    <a:pt x="0" y="131403"/>
                  </a:lnTo>
                  <a:lnTo>
                    <a:pt x="0" y="123306"/>
                  </a:lnTo>
                  <a:lnTo>
                    <a:pt x="0" y="115210"/>
                  </a:lnTo>
                  <a:lnTo>
                    <a:pt x="9386" y="76119"/>
                  </a:lnTo>
                  <a:lnTo>
                    <a:pt x="12484" y="68639"/>
                  </a:lnTo>
                  <a:lnTo>
                    <a:pt x="36115" y="36115"/>
                  </a:lnTo>
                  <a:lnTo>
                    <a:pt x="41840" y="30390"/>
                  </a:lnTo>
                  <a:lnTo>
                    <a:pt x="48069" y="25278"/>
                  </a:lnTo>
                  <a:lnTo>
                    <a:pt x="54800" y="20780"/>
                  </a:lnTo>
                  <a:lnTo>
                    <a:pt x="61532" y="16282"/>
                  </a:lnTo>
                  <a:lnTo>
                    <a:pt x="68638" y="12484"/>
                  </a:lnTo>
                  <a:lnTo>
                    <a:pt x="76118" y="9386"/>
                  </a:lnTo>
                  <a:lnTo>
                    <a:pt x="83599" y="6287"/>
                  </a:lnTo>
                  <a:lnTo>
                    <a:pt x="91309" y="3948"/>
                  </a:lnTo>
                  <a:lnTo>
                    <a:pt x="99250" y="2369"/>
                  </a:lnTo>
                  <a:lnTo>
                    <a:pt x="107191" y="789"/>
                  </a:lnTo>
                  <a:lnTo>
                    <a:pt x="115210" y="0"/>
                  </a:lnTo>
                  <a:lnTo>
                    <a:pt x="123306" y="0"/>
                  </a:lnTo>
                  <a:lnTo>
                    <a:pt x="131403" y="0"/>
                  </a:lnTo>
                  <a:lnTo>
                    <a:pt x="139421" y="789"/>
                  </a:lnTo>
                  <a:lnTo>
                    <a:pt x="147362" y="2369"/>
                  </a:lnTo>
                  <a:lnTo>
                    <a:pt x="155303" y="3948"/>
                  </a:lnTo>
                  <a:lnTo>
                    <a:pt x="163013" y="6287"/>
                  </a:lnTo>
                  <a:lnTo>
                    <a:pt x="170493" y="9386"/>
                  </a:lnTo>
                  <a:lnTo>
                    <a:pt x="177973" y="12484"/>
                  </a:lnTo>
                  <a:lnTo>
                    <a:pt x="185080" y="16282"/>
                  </a:lnTo>
                  <a:lnTo>
                    <a:pt x="191811" y="20780"/>
                  </a:lnTo>
                  <a:lnTo>
                    <a:pt x="198543" y="25278"/>
                  </a:lnTo>
                  <a:lnTo>
                    <a:pt x="225832" y="54800"/>
                  </a:lnTo>
                  <a:lnTo>
                    <a:pt x="237226" y="76119"/>
                  </a:lnTo>
                  <a:lnTo>
                    <a:pt x="240325" y="83599"/>
                  </a:lnTo>
                  <a:lnTo>
                    <a:pt x="242664" y="91309"/>
                  </a:lnTo>
                  <a:lnTo>
                    <a:pt x="244243" y="99250"/>
                  </a:lnTo>
                  <a:lnTo>
                    <a:pt x="245823" y="107191"/>
                  </a:lnTo>
                  <a:lnTo>
                    <a:pt x="246613" y="115210"/>
                  </a:lnTo>
                  <a:lnTo>
                    <a:pt x="246613" y="123306"/>
                  </a:lnTo>
                  <a:close/>
                </a:path>
              </a:pathLst>
            </a:custGeom>
            <a:ln w="1648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6" name="object 2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2982050" y="1758245"/>
            <a:ext cx="105102" cy="105102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2829549" y="1901731"/>
            <a:ext cx="72644" cy="72644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2783439" y="1406873"/>
            <a:ext cx="174140" cy="174140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3139446" y="1564011"/>
            <a:ext cx="63371" cy="63371"/>
          </a:xfrm>
          <a:prstGeom prst="rect">
            <a:avLst/>
          </a:prstGeom>
        </p:spPr>
      </p:pic>
      <p:pic>
        <p:nvPicPr>
          <p:cNvPr id="30" name="object 3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2283685" y="2151349"/>
            <a:ext cx="81918" cy="81918"/>
          </a:xfrm>
          <a:prstGeom prst="rect">
            <a:avLst/>
          </a:prstGeom>
        </p:spPr>
      </p:pic>
      <p:pic>
        <p:nvPicPr>
          <p:cNvPr id="31" name="object 31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3199726" y="2456867"/>
            <a:ext cx="150956" cy="150956"/>
          </a:xfrm>
          <a:prstGeom prst="rect">
            <a:avLst/>
          </a:prstGeom>
        </p:spPr>
      </p:pic>
      <p:pic>
        <p:nvPicPr>
          <p:cNvPr id="32" name="object 32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2894465" y="2364388"/>
            <a:ext cx="113861" cy="113861"/>
          </a:xfrm>
          <a:prstGeom prst="rect">
            <a:avLst/>
          </a:prstGeom>
        </p:spPr>
      </p:pic>
      <p:grpSp>
        <p:nvGrpSpPr>
          <p:cNvPr id="33" name="object 33"/>
          <p:cNvGrpSpPr/>
          <p:nvPr/>
        </p:nvGrpSpPr>
        <p:grpSpPr>
          <a:xfrm>
            <a:off x="13356607" y="1836814"/>
            <a:ext cx="280988" cy="280988"/>
            <a:chOff x="17808810" y="734585"/>
            <a:chExt cx="374650" cy="374650"/>
          </a:xfrm>
        </p:grpSpPr>
        <p:sp>
          <p:nvSpPr>
            <p:cNvPr id="34" name="object 34"/>
            <p:cNvSpPr/>
            <p:nvPr/>
          </p:nvSpPr>
          <p:spPr>
            <a:xfrm>
              <a:off x="17817053" y="742828"/>
              <a:ext cx="358140" cy="358140"/>
            </a:xfrm>
            <a:custGeom>
              <a:avLst/>
              <a:gdLst/>
              <a:ahLst/>
              <a:cxnLst/>
              <a:rect l="l" t="t" r="r" b="b"/>
              <a:pathLst>
                <a:path w="358140" h="358140">
                  <a:moveTo>
                    <a:pt x="178949" y="357898"/>
                  </a:moveTo>
                  <a:lnTo>
                    <a:pt x="127002" y="350194"/>
                  </a:lnTo>
                  <a:lnTo>
                    <a:pt x="79530" y="327739"/>
                  </a:lnTo>
                  <a:lnTo>
                    <a:pt x="40617" y="292474"/>
                  </a:lnTo>
                  <a:lnTo>
                    <a:pt x="13621" y="247429"/>
                  </a:lnTo>
                  <a:lnTo>
                    <a:pt x="859" y="196489"/>
                  </a:lnTo>
                  <a:lnTo>
                    <a:pt x="0" y="178949"/>
                  </a:lnTo>
                  <a:lnTo>
                    <a:pt x="859" y="161408"/>
                  </a:lnTo>
                  <a:lnTo>
                    <a:pt x="13621" y="110468"/>
                  </a:lnTo>
                  <a:lnTo>
                    <a:pt x="40617" y="65423"/>
                  </a:lnTo>
                  <a:lnTo>
                    <a:pt x="79530" y="30158"/>
                  </a:lnTo>
                  <a:lnTo>
                    <a:pt x="127002" y="7703"/>
                  </a:lnTo>
                  <a:lnTo>
                    <a:pt x="178949" y="0"/>
                  </a:lnTo>
                  <a:lnTo>
                    <a:pt x="196489" y="859"/>
                  </a:lnTo>
                  <a:lnTo>
                    <a:pt x="247429" y="13621"/>
                  </a:lnTo>
                  <a:lnTo>
                    <a:pt x="292474" y="40617"/>
                  </a:lnTo>
                  <a:lnTo>
                    <a:pt x="327739" y="79530"/>
                  </a:lnTo>
                  <a:lnTo>
                    <a:pt x="350194" y="127002"/>
                  </a:lnTo>
                  <a:lnTo>
                    <a:pt x="357898" y="178949"/>
                  </a:lnTo>
                  <a:lnTo>
                    <a:pt x="357038" y="196489"/>
                  </a:lnTo>
                  <a:lnTo>
                    <a:pt x="344276" y="247429"/>
                  </a:lnTo>
                  <a:lnTo>
                    <a:pt x="317280" y="292474"/>
                  </a:lnTo>
                  <a:lnTo>
                    <a:pt x="278367" y="327739"/>
                  </a:lnTo>
                  <a:lnTo>
                    <a:pt x="230895" y="350194"/>
                  </a:lnTo>
                  <a:lnTo>
                    <a:pt x="178949" y="35789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7817053" y="742828"/>
              <a:ext cx="358140" cy="358140"/>
            </a:xfrm>
            <a:custGeom>
              <a:avLst/>
              <a:gdLst/>
              <a:ahLst/>
              <a:cxnLst/>
              <a:rect l="l" t="t" r="r" b="b"/>
              <a:pathLst>
                <a:path w="358140" h="358140">
                  <a:moveTo>
                    <a:pt x="357898" y="178949"/>
                  </a:moveTo>
                  <a:lnTo>
                    <a:pt x="352533" y="222440"/>
                  </a:lnTo>
                  <a:lnTo>
                    <a:pt x="336769" y="263306"/>
                  </a:lnTo>
                  <a:lnTo>
                    <a:pt x="311549" y="299116"/>
                  </a:lnTo>
                  <a:lnTo>
                    <a:pt x="278367" y="327739"/>
                  </a:lnTo>
                  <a:lnTo>
                    <a:pt x="239225" y="347442"/>
                  </a:lnTo>
                  <a:lnTo>
                    <a:pt x="196489" y="357038"/>
                  </a:lnTo>
                  <a:lnTo>
                    <a:pt x="178949" y="357898"/>
                  </a:lnTo>
                  <a:lnTo>
                    <a:pt x="170157" y="357683"/>
                  </a:lnTo>
                  <a:lnTo>
                    <a:pt x="127002" y="350194"/>
                  </a:lnTo>
                  <a:lnTo>
                    <a:pt x="86959" y="332445"/>
                  </a:lnTo>
                  <a:lnTo>
                    <a:pt x="52413" y="305485"/>
                  </a:lnTo>
                  <a:lnTo>
                    <a:pt x="25452" y="270938"/>
                  </a:lnTo>
                  <a:lnTo>
                    <a:pt x="7703" y="230895"/>
                  </a:lnTo>
                  <a:lnTo>
                    <a:pt x="214" y="187740"/>
                  </a:lnTo>
                  <a:lnTo>
                    <a:pt x="0" y="178949"/>
                  </a:lnTo>
                  <a:lnTo>
                    <a:pt x="214" y="170157"/>
                  </a:lnTo>
                  <a:lnTo>
                    <a:pt x="7703" y="127002"/>
                  </a:lnTo>
                  <a:lnTo>
                    <a:pt x="25452" y="86959"/>
                  </a:lnTo>
                  <a:lnTo>
                    <a:pt x="52413" y="52412"/>
                  </a:lnTo>
                  <a:lnTo>
                    <a:pt x="86959" y="25452"/>
                  </a:lnTo>
                  <a:lnTo>
                    <a:pt x="127002" y="7703"/>
                  </a:lnTo>
                  <a:lnTo>
                    <a:pt x="170157" y="214"/>
                  </a:lnTo>
                  <a:lnTo>
                    <a:pt x="178949" y="0"/>
                  </a:lnTo>
                  <a:lnTo>
                    <a:pt x="187740" y="214"/>
                  </a:lnTo>
                  <a:lnTo>
                    <a:pt x="230895" y="7703"/>
                  </a:lnTo>
                  <a:lnTo>
                    <a:pt x="270938" y="25452"/>
                  </a:lnTo>
                  <a:lnTo>
                    <a:pt x="305485" y="52412"/>
                  </a:lnTo>
                  <a:lnTo>
                    <a:pt x="332445" y="86959"/>
                  </a:lnTo>
                  <a:lnTo>
                    <a:pt x="350194" y="127002"/>
                  </a:lnTo>
                  <a:lnTo>
                    <a:pt x="357683" y="170157"/>
                  </a:lnTo>
                  <a:lnTo>
                    <a:pt x="357898" y="178949"/>
                  </a:lnTo>
                  <a:close/>
                </a:path>
              </a:pathLst>
            </a:custGeom>
            <a:ln w="1648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36" name="object 36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3476909" y="1429800"/>
            <a:ext cx="95828" cy="95828"/>
          </a:xfrm>
          <a:prstGeom prst="rect">
            <a:avLst/>
          </a:prstGeom>
        </p:spPr>
      </p:pic>
      <p:sp>
        <p:nvSpPr>
          <p:cNvPr id="40" name="Title 39">
            <a:extLst>
              <a:ext uri="{FF2B5EF4-FFF2-40B4-BE49-F238E27FC236}">
                <a16:creationId xmlns:a16="http://schemas.microsoft.com/office/drawing/2014/main" id="{051051AE-7DBF-4DD2-B491-C3B3FAA0DB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0328" y="3043666"/>
            <a:ext cx="9215343" cy="3924151"/>
          </a:xfrm>
        </p:spPr>
        <p:txBody>
          <a:bodyPr/>
          <a:lstStyle/>
          <a:p>
            <a:pPr algn="ctr"/>
            <a:r>
              <a:rPr lang="id-ID" b="1" dirty="0">
                <a:solidFill>
                  <a:schemeClr val="accent6">
                    <a:lumMod val="50000"/>
                  </a:schemeClr>
                </a:solidFill>
                <a:latin typeface="Sitka Banner" pitchFamily="2" charset="0"/>
              </a:rPr>
              <a:t>PRESENTASI RAPBS TAHUN 2026</a:t>
            </a:r>
            <a:br>
              <a:rPr lang="id-ID" b="1" dirty="0">
                <a:solidFill>
                  <a:schemeClr val="accent6">
                    <a:lumMod val="50000"/>
                  </a:schemeClr>
                </a:solidFill>
                <a:latin typeface="Sitka Banner" pitchFamily="2" charset="0"/>
              </a:rPr>
            </a:br>
            <a:r>
              <a:rPr lang="id-ID" b="1" dirty="0">
                <a:solidFill>
                  <a:schemeClr val="accent6">
                    <a:lumMod val="50000"/>
                  </a:schemeClr>
                </a:solidFill>
                <a:latin typeface="Sitka Banner" pitchFamily="2" charset="0"/>
              </a:rPr>
              <a:t>SD NEGERI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Sitka Banner" pitchFamily="2" charset="0"/>
              </a:rPr>
              <a:t>RANDUSARI</a:t>
            </a:r>
            <a:endParaRPr lang="en-ID" b="1" dirty="0">
              <a:solidFill>
                <a:schemeClr val="accent6">
                  <a:lumMod val="50000"/>
                </a:schemeClr>
              </a:solidFill>
              <a:latin typeface="Sitka Banner" pitchFamily="2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11ECEA7-4488-AA68-741A-0B82BA4B6FA2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5950" y="848688"/>
            <a:ext cx="3024492" cy="302449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625420"/>
            <a:ext cx="13716000" cy="2376011"/>
            <a:chOff x="0" y="7119392"/>
            <a:chExt cx="18288000" cy="316801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8666814"/>
              <a:ext cx="18287997" cy="16128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3651895" y="7119392"/>
              <a:ext cx="4606290" cy="3168015"/>
            </a:xfrm>
            <a:custGeom>
              <a:avLst/>
              <a:gdLst/>
              <a:ahLst/>
              <a:cxnLst/>
              <a:rect l="l" t="t" r="r" b="b"/>
              <a:pathLst>
                <a:path w="4606290" h="3168015">
                  <a:moveTo>
                    <a:pt x="4605804" y="3167607"/>
                  </a:moveTo>
                  <a:lnTo>
                    <a:pt x="4237415" y="3167607"/>
                  </a:lnTo>
                  <a:lnTo>
                    <a:pt x="4220519" y="3134882"/>
                  </a:lnTo>
                  <a:lnTo>
                    <a:pt x="4193351" y="3088490"/>
                  </a:lnTo>
                  <a:lnTo>
                    <a:pt x="4163370" y="3045626"/>
                  </a:lnTo>
                  <a:lnTo>
                    <a:pt x="4129686" y="3006554"/>
                  </a:lnTo>
                  <a:lnTo>
                    <a:pt x="4092481" y="2971461"/>
                  </a:lnTo>
                  <a:lnTo>
                    <a:pt x="4051935" y="2940534"/>
                  </a:lnTo>
                  <a:lnTo>
                    <a:pt x="4008229" y="2913963"/>
                  </a:lnTo>
                  <a:lnTo>
                    <a:pt x="3961546" y="2891934"/>
                  </a:lnTo>
                  <a:lnTo>
                    <a:pt x="3912065" y="2874635"/>
                  </a:lnTo>
                  <a:lnTo>
                    <a:pt x="3859967" y="2862255"/>
                  </a:lnTo>
                  <a:lnTo>
                    <a:pt x="3808995" y="2854148"/>
                  </a:lnTo>
                  <a:lnTo>
                    <a:pt x="3758227" y="2848606"/>
                  </a:lnTo>
                  <a:lnTo>
                    <a:pt x="3707656" y="2845488"/>
                  </a:lnTo>
                  <a:lnTo>
                    <a:pt x="3657274" y="2844654"/>
                  </a:lnTo>
                  <a:lnTo>
                    <a:pt x="3607075" y="2845966"/>
                  </a:lnTo>
                  <a:lnTo>
                    <a:pt x="3557051" y="2849283"/>
                  </a:lnTo>
                  <a:lnTo>
                    <a:pt x="3507195" y="2854464"/>
                  </a:lnTo>
                  <a:lnTo>
                    <a:pt x="3457499" y="2861371"/>
                  </a:lnTo>
                  <a:lnTo>
                    <a:pt x="3407955" y="2869864"/>
                  </a:lnTo>
                  <a:lnTo>
                    <a:pt x="3358558" y="2879802"/>
                  </a:lnTo>
                  <a:lnTo>
                    <a:pt x="3309299" y="2891046"/>
                  </a:lnTo>
                  <a:lnTo>
                    <a:pt x="3260171" y="2903455"/>
                  </a:lnTo>
                  <a:lnTo>
                    <a:pt x="3211167" y="2916890"/>
                  </a:lnTo>
                  <a:lnTo>
                    <a:pt x="3162279" y="2931212"/>
                  </a:lnTo>
                  <a:lnTo>
                    <a:pt x="3113743" y="2947469"/>
                  </a:lnTo>
                  <a:lnTo>
                    <a:pt x="3065693" y="2965375"/>
                  </a:lnTo>
                  <a:lnTo>
                    <a:pt x="3017562" y="2982911"/>
                  </a:lnTo>
                  <a:lnTo>
                    <a:pt x="2968784" y="2998057"/>
                  </a:lnTo>
                  <a:lnTo>
                    <a:pt x="2931712" y="3007053"/>
                  </a:lnTo>
                  <a:lnTo>
                    <a:pt x="2893842" y="3013837"/>
                  </a:lnTo>
                  <a:lnTo>
                    <a:pt x="2855757" y="3017576"/>
                  </a:lnTo>
                  <a:lnTo>
                    <a:pt x="2818041" y="3017442"/>
                  </a:lnTo>
                  <a:lnTo>
                    <a:pt x="2772296" y="3008161"/>
                  </a:lnTo>
                  <a:lnTo>
                    <a:pt x="2735331" y="2987995"/>
                  </a:lnTo>
                  <a:lnTo>
                    <a:pt x="2708076" y="2959102"/>
                  </a:lnTo>
                  <a:lnTo>
                    <a:pt x="2691459" y="2923638"/>
                  </a:lnTo>
                  <a:lnTo>
                    <a:pt x="2686411" y="2883758"/>
                  </a:lnTo>
                  <a:lnTo>
                    <a:pt x="2693861" y="2841621"/>
                  </a:lnTo>
                  <a:lnTo>
                    <a:pt x="2714738" y="2799382"/>
                  </a:lnTo>
                  <a:lnTo>
                    <a:pt x="2748143" y="2758203"/>
                  </a:lnTo>
                  <a:lnTo>
                    <a:pt x="2786856" y="2724018"/>
                  </a:lnTo>
                  <a:lnTo>
                    <a:pt x="2829628" y="2695296"/>
                  </a:lnTo>
                  <a:lnTo>
                    <a:pt x="2875210" y="2670502"/>
                  </a:lnTo>
                  <a:lnTo>
                    <a:pt x="2922354" y="2648104"/>
                  </a:lnTo>
                  <a:lnTo>
                    <a:pt x="2969004" y="2627000"/>
                  </a:lnTo>
                  <a:lnTo>
                    <a:pt x="3015778" y="2606174"/>
                  </a:lnTo>
                  <a:lnTo>
                    <a:pt x="3062628" y="2585520"/>
                  </a:lnTo>
                  <a:lnTo>
                    <a:pt x="3156373" y="2544315"/>
                  </a:lnTo>
                  <a:lnTo>
                    <a:pt x="3203178" y="2523555"/>
                  </a:lnTo>
                  <a:lnTo>
                    <a:pt x="3249874" y="2502552"/>
                  </a:lnTo>
                  <a:lnTo>
                    <a:pt x="3270420" y="2492103"/>
                  </a:lnTo>
                  <a:lnTo>
                    <a:pt x="3290365" y="2480310"/>
                  </a:lnTo>
                  <a:lnTo>
                    <a:pt x="3310054" y="2467944"/>
                  </a:lnTo>
                  <a:lnTo>
                    <a:pt x="3329832" y="2455775"/>
                  </a:lnTo>
                  <a:lnTo>
                    <a:pt x="3330189" y="2442284"/>
                  </a:lnTo>
                  <a:lnTo>
                    <a:pt x="3304659" y="2433446"/>
                  </a:lnTo>
                  <a:lnTo>
                    <a:pt x="3279132" y="2423998"/>
                  </a:lnTo>
                  <a:lnTo>
                    <a:pt x="3253560" y="2416349"/>
                  </a:lnTo>
                  <a:lnTo>
                    <a:pt x="3227894" y="2412907"/>
                  </a:lnTo>
                  <a:lnTo>
                    <a:pt x="3181093" y="2411922"/>
                  </a:lnTo>
                  <a:lnTo>
                    <a:pt x="3134180" y="2411223"/>
                  </a:lnTo>
                  <a:lnTo>
                    <a:pt x="3087267" y="2411282"/>
                  </a:lnTo>
                  <a:lnTo>
                    <a:pt x="3040464" y="2412570"/>
                  </a:lnTo>
                  <a:lnTo>
                    <a:pt x="2993883" y="2415557"/>
                  </a:lnTo>
                  <a:lnTo>
                    <a:pt x="2947633" y="2420714"/>
                  </a:lnTo>
                  <a:lnTo>
                    <a:pt x="2896973" y="2427966"/>
                  </a:lnTo>
                  <a:lnTo>
                    <a:pt x="2846364" y="2435592"/>
                  </a:lnTo>
                  <a:lnTo>
                    <a:pt x="2795799" y="2443526"/>
                  </a:lnTo>
                  <a:lnTo>
                    <a:pt x="2745267" y="2451704"/>
                  </a:lnTo>
                  <a:lnTo>
                    <a:pt x="2694761" y="2460058"/>
                  </a:lnTo>
                  <a:lnTo>
                    <a:pt x="2543299" y="2485535"/>
                  </a:lnTo>
                  <a:lnTo>
                    <a:pt x="2492800" y="2493946"/>
                  </a:lnTo>
                  <a:lnTo>
                    <a:pt x="2442280" y="2502209"/>
                  </a:lnTo>
                  <a:lnTo>
                    <a:pt x="2391729" y="2510256"/>
                  </a:lnTo>
                  <a:lnTo>
                    <a:pt x="2341140" y="2518024"/>
                  </a:lnTo>
                  <a:lnTo>
                    <a:pt x="2290501" y="2525446"/>
                  </a:lnTo>
                  <a:lnTo>
                    <a:pt x="2241329" y="2532199"/>
                  </a:lnTo>
                  <a:lnTo>
                    <a:pt x="2192105" y="2538358"/>
                  </a:lnTo>
                  <a:lnTo>
                    <a:pt x="2142834" y="2543806"/>
                  </a:lnTo>
                  <a:lnTo>
                    <a:pt x="2093524" y="2548431"/>
                  </a:lnTo>
                  <a:lnTo>
                    <a:pt x="2044182" y="2552117"/>
                  </a:lnTo>
                  <a:lnTo>
                    <a:pt x="1994814" y="2554750"/>
                  </a:lnTo>
                  <a:lnTo>
                    <a:pt x="1945427" y="2556214"/>
                  </a:lnTo>
                  <a:lnTo>
                    <a:pt x="1896029" y="2556396"/>
                  </a:lnTo>
                  <a:lnTo>
                    <a:pt x="1846625" y="2555181"/>
                  </a:lnTo>
                  <a:lnTo>
                    <a:pt x="1797224" y="2552453"/>
                  </a:lnTo>
                  <a:lnTo>
                    <a:pt x="1747831" y="2548099"/>
                  </a:lnTo>
                  <a:lnTo>
                    <a:pt x="1698453" y="2542003"/>
                  </a:lnTo>
                  <a:lnTo>
                    <a:pt x="1649098" y="2534052"/>
                  </a:lnTo>
                  <a:lnTo>
                    <a:pt x="1600501" y="2523523"/>
                  </a:lnTo>
                  <a:lnTo>
                    <a:pt x="1552359" y="2509626"/>
                  </a:lnTo>
                  <a:lnTo>
                    <a:pt x="1505279" y="2492509"/>
                  </a:lnTo>
                  <a:lnTo>
                    <a:pt x="1459869" y="2472324"/>
                  </a:lnTo>
                  <a:lnTo>
                    <a:pt x="1416600" y="2444156"/>
                  </a:lnTo>
                  <a:lnTo>
                    <a:pt x="1387122" y="2409618"/>
                  </a:lnTo>
                  <a:lnTo>
                    <a:pt x="1371495" y="2370178"/>
                  </a:lnTo>
                  <a:lnTo>
                    <a:pt x="1369779" y="2327308"/>
                  </a:lnTo>
                  <a:lnTo>
                    <a:pt x="1382035" y="2282478"/>
                  </a:lnTo>
                  <a:lnTo>
                    <a:pt x="1408322" y="2237158"/>
                  </a:lnTo>
                  <a:lnTo>
                    <a:pt x="1443599" y="2196856"/>
                  </a:lnTo>
                  <a:lnTo>
                    <a:pt x="1483669" y="2163836"/>
                  </a:lnTo>
                  <a:lnTo>
                    <a:pt x="1527796" y="2137484"/>
                  </a:lnTo>
                  <a:lnTo>
                    <a:pt x="1575244" y="2117188"/>
                  </a:lnTo>
                  <a:lnTo>
                    <a:pt x="1625278" y="2102334"/>
                  </a:lnTo>
                  <a:lnTo>
                    <a:pt x="1676223" y="2090410"/>
                  </a:lnTo>
                  <a:lnTo>
                    <a:pt x="1727354" y="2079177"/>
                  </a:lnTo>
                  <a:lnTo>
                    <a:pt x="1778644" y="2068594"/>
                  </a:lnTo>
                  <a:lnTo>
                    <a:pt x="1830068" y="2058619"/>
                  </a:lnTo>
                  <a:lnTo>
                    <a:pt x="1881599" y="2049211"/>
                  </a:lnTo>
                  <a:lnTo>
                    <a:pt x="1933210" y="2040328"/>
                  </a:lnTo>
                  <a:lnTo>
                    <a:pt x="1984877" y="2031927"/>
                  </a:lnTo>
                  <a:lnTo>
                    <a:pt x="2037557" y="2023776"/>
                  </a:lnTo>
                  <a:lnTo>
                    <a:pt x="2090287" y="2015937"/>
                  </a:lnTo>
                  <a:lnTo>
                    <a:pt x="2143057" y="2008344"/>
                  </a:lnTo>
                  <a:lnTo>
                    <a:pt x="2195856" y="2000933"/>
                  </a:lnTo>
                  <a:lnTo>
                    <a:pt x="2248674" y="1993642"/>
                  </a:lnTo>
                  <a:lnTo>
                    <a:pt x="2354329" y="1979158"/>
                  </a:lnTo>
                  <a:lnTo>
                    <a:pt x="2407144" y="1971837"/>
                  </a:lnTo>
                  <a:lnTo>
                    <a:pt x="2459938" y="1964379"/>
                  </a:lnTo>
                  <a:lnTo>
                    <a:pt x="2512701" y="1956719"/>
                  </a:lnTo>
                  <a:lnTo>
                    <a:pt x="2574530" y="1943492"/>
                  </a:lnTo>
                  <a:lnTo>
                    <a:pt x="2605210" y="1935323"/>
                  </a:lnTo>
                  <a:lnTo>
                    <a:pt x="2635925" y="1927405"/>
                  </a:lnTo>
                  <a:lnTo>
                    <a:pt x="2639015" y="1913861"/>
                  </a:lnTo>
                  <a:lnTo>
                    <a:pt x="2616108" y="1900178"/>
                  </a:lnTo>
                  <a:lnTo>
                    <a:pt x="2593286" y="1886316"/>
                  </a:lnTo>
                  <a:lnTo>
                    <a:pt x="2546596" y="1860812"/>
                  </a:lnTo>
                  <a:lnTo>
                    <a:pt x="2501175" y="1841460"/>
                  </a:lnTo>
                  <a:lnTo>
                    <a:pt x="2455136" y="1825746"/>
                  </a:lnTo>
                  <a:lnTo>
                    <a:pt x="2408544" y="1813417"/>
                  </a:lnTo>
                  <a:lnTo>
                    <a:pt x="2361460" y="1804221"/>
                  </a:lnTo>
                  <a:lnTo>
                    <a:pt x="2313947" y="1797906"/>
                  </a:lnTo>
                  <a:lnTo>
                    <a:pt x="2266067" y="1794218"/>
                  </a:lnTo>
                  <a:lnTo>
                    <a:pt x="2217884" y="1792905"/>
                  </a:lnTo>
                  <a:lnTo>
                    <a:pt x="2169460" y="1793715"/>
                  </a:lnTo>
                  <a:lnTo>
                    <a:pt x="2120857" y="1796394"/>
                  </a:lnTo>
                  <a:lnTo>
                    <a:pt x="2071130" y="1800108"/>
                  </a:lnTo>
                  <a:lnTo>
                    <a:pt x="2021419" y="1804019"/>
                  </a:lnTo>
                  <a:lnTo>
                    <a:pt x="1971720" y="1808096"/>
                  </a:lnTo>
                  <a:lnTo>
                    <a:pt x="1922031" y="1812305"/>
                  </a:lnTo>
                  <a:lnTo>
                    <a:pt x="1872350" y="1816613"/>
                  </a:lnTo>
                  <a:lnTo>
                    <a:pt x="1673647" y="1834179"/>
                  </a:lnTo>
                  <a:lnTo>
                    <a:pt x="1623965" y="1838489"/>
                  </a:lnTo>
                  <a:lnTo>
                    <a:pt x="1574275" y="1842700"/>
                  </a:lnTo>
                  <a:lnTo>
                    <a:pt x="1524575" y="1846779"/>
                  </a:lnTo>
                  <a:lnTo>
                    <a:pt x="1474862" y="1850694"/>
                  </a:lnTo>
                  <a:lnTo>
                    <a:pt x="1422525" y="1854214"/>
                  </a:lnTo>
                  <a:lnTo>
                    <a:pt x="1370233" y="1856697"/>
                  </a:lnTo>
                  <a:lnTo>
                    <a:pt x="1317992" y="1858084"/>
                  </a:lnTo>
                  <a:lnTo>
                    <a:pt x="1265810" y="1858316"/>
                  </a:lnTo>
                  <a:lnTo>
                    <a:pt x="1213694" y="1857335"/>
                  </a:lnTo>
                  <a:lnTo>
                    <a:pt x="1161653" y="1855082"/>
                  </a:lnTo>
                  <a:lnTo>
                    <a:pt x="1109693" y="1851498"/>
                  </a:lnTo>
                  <a:lnTo>
                    <a:pt x="1057822" y="1846526"/>
                  </a:lnTo>
                  <a:lnTo>
                    <a:pt x="1006049" y="1840105"/>
                  </a:lnTo>
                  <a:lnTo>
                    <a:pt x="954379" y="1832177"/>
                  </a:lnTo>
                  <a:lnTo>
                    <a:pt x="902821" y="1822684"/>
                  </a:lnTo>
                  <a:lnTo>
                    <a:pt x="851383" y="1811566"/>
                  </a:lnTo>
                  <a:lnTo>
                    <a:pt x="804115" y="1799813"/>
                  </a:lnTo>
                  <a:lnTo>
                    <a:pt x="757647" y="1785825"/>
                  </a:lnTo>
                  <a:lnTo>
                    <a:pt x="712556" y="1768399"/>
                  </a:lnTo>
                  <a:lnTo>
                    <a:pt x="669416" y="1746330"/>
                  </a:lnTo>
                  <a:lnTo>
                    <a:pt x="628805" y="1718412"/>
                  </a:lnTo>
                  <a:lnTo>
                    <a:pt x="594578" y="1684682"/>
                  </a:lnTo>
                  <a:lnTo>
                    <a:pt x="571230" y="1647570"/>
                  </a:lnTo>
                  <a:lnTo>
                    <a:pt x="558814" y="1608279"/>
                  </a:lnTo>
                  <a:lnTo>
                    <a:pt x="557384" y="1568012"/>
                  </a:lnTo>
                  <a:lnTo>
                    <a:pt x="566995" y="1527972"/>
                  </a:lnTo>
                  <a:lnTo>
                    <a:pt x="587698" y="1489363"/>
                  </a:lnTo>
                  <a:lnTo>
                    <a:pt x="619549" y="1453387"/>
                  </a:lnTo>
                  <a:lnTo>
                    <a:pt x="659662" y="1421699"/>
                  </a:lnTo>
                  <a:lnTo>
                    <a:pt x="702833" y="1396315"/>
                  </a:lnTo>
                  <a:lnTo>
                    <a:pt x="748540" y="1376337"/>
                  </a:lnTo>
                  <a:lnTo>
                    <a:pt x="796262" y="1360869"/>
                  </a:lnTo>
                  <a:lnTo>
                    <a:pt x="845478" y="1349011"/>
                  </a:lnTo>
                  <a:lnTo>
                    <a:pt x="896959" y="1339032"/>
                  </a:lnTo>
                  <a:lnTo>
                    <a:pt x="948530" y="1330432"/>
                  </a:lnTo>
                  <a:lnTo>
                    <a:pt x="1000187" y="1323144"/>
                  </a:lnTo>
                  <a:lnTo>
                    <a:pt x="1051924" y="1317098"/>
                  </a:lnTo>
                  <a:lnTo>
                    <a:pt x="1103739" y="1312224"/>
                  </a:lnTo>
                  <a:lnTo>
                    <a:pt x="1155626" y="1308453"/>
                  </a:lnTo>
                  <a:lnTo>
                    <a:pt x="1207581" y="1305717"/>
                  </a:lnTo>
                  <a:lnTo>
                    <a:pt x="1259599" y="1303945"/>
                  </a:lnTo>
                  <a:lnTo>
                    <a:pt x="1311677" y="1303068"/>
                  </a:lnTo>
                  <a:lnTo>
                    <a:pt x="1363810" y="1303018"/>
                  </a:lnTo>
                  <a:lnTo>
                    <a:pt x="1415993" y="1303724"/>
                  </a:lnTo>
                  <a:lnTo>
                    <a:pt x="1468222" y="1305118"/>
                  </a:lnTo>
                  <a:lnTo>
                    <a:pt x="1520493" y="1307131"/>
                  </a:lnTo>
                  <a:lnTo>
                    <a:pt x="1574979" y="1309345"/>
                  </a:lnTo>
                  <a:lnTo>
                    <a:pt x="1629499" y="1311090"/>
                  </a:lnTo>
                  <a:lnTo>
                    <a:pt x="1684034" y="1312202"/>
                  </a:lnTo>
                  <a:lnTo>
                    <a:pt x="1738562" y="1312520"/>
                  </a:lnTo>
                  <a:lnTo>
                    <a:pt x="1793063" y="1311880"/>
                  </a:lnTo>
                  <a:lnTo>
                    <a:pt x="1834195" y="1308147"/>
                  </a:lnTo>
                  <a:lnTo>
                    <a:pt x="1874557" y="1298142"/>
                  </a:lnTo>
                  <a:lnTo>
                    <a:pt x="1914064" y="1280982"/>
                  </a:lnTo>
                  <a:lnTo>
                    <a:pt x="1952631" y="1255784"/>
                  </a:lnTo>
                  <a:lnTo>
                    <a:pt x="1906795" y="1226585"/>
                  </a:lnTo>
                  <a:lnTo>
                    <a:pt x="1859651" y="1204053"/>
                  </a:lnTo>
                  <a:lnTo>
                    <a:pt x="1811453" y="1186948"/>
                  </a:lnTo>
                  <a:lnTo>
                    <a:pt x="1762458" y="1174031"/>
                  </a:lnTo>
                  <a:lnTo>
                    <a:pt x="1712923" y="1164065"/>
                  </a:lnTo>
                  <a:lnTo>
                    <a:pt x="1663103" y="1155811"/>
                  </a:lnTo>
                  <a:lnTo>
                    <a:pt x="1614622" y="1148410"/>
                  </a:lnTo>
                  <a:lnTo>
                    <a:pt x="1566081" y="1141330"/>
                  </a:lnTo>
                  <a:lnTo>
                    <a:pt x="1517498" y="1134475"/>
                  </a:lnTo>
                  <a:lnTo>
                    <a:pt x="1420283" y="1121047"/>
                  </a:lnTo>
                  <a:lnTo>
                    <a:pt x="1371689" y="1114281"/>
                  </a:lnTo>
                  <a:lnTo>
                    <a:pt x="1323130" y="1107349"/>
                  </a:lnTo>
                  <a:lnTo>
                    <a:pt x="1274623" y="1100156"/>
                  </a:lnTo>
                  <a:lnTo>
                    <a:pt x="1226188" y="1092603"/>
                  </a:lnTo>
                  <a:lnTo>
                    <a:pt x="1177845" y="1084594"/>
                  </a:lnTo>
                  <a:lnTo>
                    <a:pt x="1129610" y="1076031"/>
                  </a:lnTo>
                  <a:lnTo>
                    <a:pt x="1081505" y="1066817"/>
                  </a:lnTo>
                  <a:lnTo>
                    <a:pt x="1031086" y="1056445"/>
                  </a:lnTo>
                  <a:lnTo>
                    <a:pt x="980884" y="1045444"/>
                  </a:lnTo>
                  <a:lnTo>
                    <a:pt x="930923" y="1033760"/>
                  </a:lnTo>
                  <a:lnTo>
                    <a:pt x="881227" y="1021341"/>
                  </a:lnTo>
                  <a:lnTo>
                    <a:pt x="831821" y="1008131"/>
                  </a:lnTo>
                  <a:lnTo>
                    <a:pt x="782728" y="994079"/>
                  </a:lnTo>
                  <a:lnTo>
                    <a:pt x="733973" y="979131"/>
                  </a:lnTo>
                  <a:lnTo>
                    <a:pt x="685581" y="963234"/>
                  </a:lnTo>
                  <a:lnTo>
                    <a:pt x="637575" y="946333"/>
                  </a:lnTo>
                  <a:lnTo>
                    <a:pt x="589979" y="928377"/>
                  </a:lnTo>
                  <a:lnTo>
                    <a:pt x="542818" y="909311"/>
                  </a:lnTo>
                  <a:lnTo>
                    <a:pt x="496116" y="889082"/>
                  </a:lnTo>
                  <a:lnTo>
                    <a:pt x="449898" y="867636"/>
                  </a:lnTo>
                  <a:lnTo>
                    <a:pt x="404187" y="844921"/>
                  </a:lnTo>
                  <a:lnTo>
                    <a:pt x="359007" y="820883"/>
                  </a:lnTo>
                  <a:lnTo>
                    <a:pt x="314384" y="795469"/>
                  </a:lnTo>
                  <a:lnTo>
                    <a:pt x="270340" y="768625"/>
                  </a:lnTo>
                  <a:lnTo>
                    <a:pt x="226901" y="740298"/>
                  </a:lnTo>
                  <a:lnTo>
                    <a:pt x="184091" y="710434"/>
                  </a:lnTo>
                  <a:lnTo>
                    <a:pt x="147175" y="682736"/>
                  </a:lnTo>
                  <a:lnTo>
                    <a:pt x="112066" y="653201"/>
                  </a:lnTo>
                  <a:lnTo>
                    <a:pt x="79656" y="621013"/>
                  </a:lnTo>
                  <a:lnTo>
                    <a:pt x="50836" y="585356"/>
                  </a:lnTo>
                  <a:lnTo>
                    <a:pt x="26498" y="545413"/>
                  </a:lnTo>
                  <a:lnTo>
                    <a:pt x="9164" y="502668"/>
                  </a:lnTo>
                  <a:lnTo>
                    <a:pt x="445" y="459611"/>
                  </a:lnTo>
                  <a:lnTo>
                    <a:pt x="0" y="417200"/>
                  </a:lnTo>
                  <a:lnTo>
                    <a:pt x="7485" y="376394"/>
                  </a:lnTo>
                  <a:lnTo>
                    <a:pt x="22558" y="338152"/>
                  </a:lnTo>
                  <a:lnTo>
                    <a:pt x="44878" y="303433"/>
                  </a:lnTo>
                  <a:lnTo>
                    <a:pt x="74101" y="273195"/>
                  </a:lnTo>
                  <a:lnTo>
                    <a:pt x="109885" y="248396"/>
                  </a:lnTo>
                  <a:lnTo>
                    <a:pt x="151887" y="229996"/>
                  </a:lnTo>
                  <a:lnTo>
                    <a:pt x="202747" y="215814"/>
                  </a:lnTo>
                  <a:lnTo>
                    <a:pt x="253774" y="206523"/>
                  </a:lnTo>
                  <a:lnTo>
                    <a:pt x="304923" y="201653"/>
                  </a:lnTo>
                  <a:lnTo>
                    <a:pt x="356145" y="200732"/>
                  </a:lnTo>
                  <a:lnTo>
                    <a:pt x="407394" y="203289"/>
                  </a:lnTo>
                  <a:lnTo>
                    <a:pt x="458624" y="208853"/>
                  </a:lnTo>
                  <a:lnTo>
                    <a:pt x="509787" y="216952"/>
                  </a:lnTo>
                  <a:lnTo>
                    <a:pt x="560836" y="227117"/>
                  </a:lnTo>
                  <a:lnTo>
                    <a:pt x="610787" y="238275"/>
                  </a:lnTo>
                  <a:lnTo>
                    <a:pt x="660458" y="250069"/>
                  </a:lnTo>
                  <a:lnTo>
                    <a:pt x="709852" y="262496"/>
                  </a:lnTo>
                  <a:lnTo>
                    <a:pt x="758971" y="275550"/>
                  </a:lnTo>
                  <a:lnTo>
                    <a:pt x="807817" y="289226"/>
                  </a:lnTo>
                  <a:lnTo>
                    <a:pt x="856392" y="303520"/>
                  </a:lnTo>
                  <a:lnTo>
                    <a:pt x="904698" y="318426"/>
                  </a:lnTo>
                  <a:lnTo>
                    <a:pt x="952737" y="333939"/>
                  </a:lnTo>
                  <a:lnTo>
                    <a:pt x="1000512" y="350055"/>
                  </a:lnTo>
                  <a:lnTo>
                    <a:pt x="1048025" y="366768"/>
                  </a:lnTo>
                  <a:lnTo>
                    <a:pt x="1095277" y="384074"/>
                  </a:lnTo>
                  <a:lnTo>
                    <a:pt x="1142271" y="401967"/>
                  </a:lnTo>
                  <a:lnTo>
                    <a:pt x="1189009" y="420443"/>
                  </a:lnTo>
                  <a:lnTo>
                    <a:pt x="1235493" y="439497"/>
                  </a:lnTo>
                  <a:lnTo>
                    <a:pt x="1281726" y="459123"/>
                  </a:lnTo>
                  <a:lnTo>
                    <a:pt x="1327709" y="479317"/>
                  </a:lnTo>
                  <a:lnTo>
                    <a:pt x="1373444" y="500073"/>
                  </a:lnTo>
                  <a:lnTo>
                    <a:pt x="1418935" y="521388"/>
                  </a:lnTo>
                  <a:lnTo>
                    <a:pt x="1464182" y="543255"/>
                  </a:lnTo>
                  <a:lnTo>
                    <a:pt x="1509188" y="565670"/>
                  </a:lnTo>
                  <a:lnTo>
                    <a:pt x="1553955" y="588628"/>
                  </a:lnTo>
                  <a:lnTo>
                    <a:pt x="1598485" y="612124"/>
                  </a:lnTo>
                  <a:lnTo>
                    <a:pt x="1642780" y="636153"/>
                  </a:lnTo>
                  <a:lnTo>
                    <a:pt x="1686843" y="660711"/>
                  </a:lnTo>
                  <a:lnTo>
                    <a:pt x="1730676" y="685791"/>
                  </a:lnTo>
                  <a:lnTo>
                    <a:pt x="1774280" y="711389"/>
                  </a:lnTo>
                  <a:lnTo>
                    <a:pt x="1817659" y="737500"/>
                  </a:lnTo>
                  <a:lnTo>
                    <a:pt x="1860813" y="764120"/>
                  </a:lnTo>
                  <a:lnTo>
                    <a:pt x="1903746" y="791243"/>
                  </a:lnTo>
                  <a:lnTo>
                    <a:pt x="1946458" y="818864"/>
                  </a:lnTo>
                  <a:lnTo>
                    <a:pt x="1988953" y="846978"/>
                  </a:lnTo>
                  <a:lnTo>
                    <a:pt x="2031233" y="875581"/>
                  </a:lnTo>
                  <a:lnTo>
                    <a:pt x="2075131" y="905074"/>
                  </a:lnTo>
                  <a:lnTo>
                    <a:pt x="2119430" y="933973"/>
                  </a:lnTo>
                  <a:lnTo>
                    <a:pt x="2163970" y="962517"/>
                  </a:lnTo>
                  <a:lnTo>
                    <a:pt x="2208590" y="990945"/>
                  </a:lnTo>
                  <a:lnTo>
                    <a:pt x="2255356" y="1020923"/>
                  </a:lnTo>
                  <a:lnTo>
                    <a:pt x="2258434" y="1021070"/>
                  </a:lnTo>
                  <a:lnTo>
                    <a:pt x="2269634" y="1024191"/>
                  </a:lnTo>
                  <a:lnTo>
                    <a:pt x="2258517" y="1012435"/>
                  </a:lnTo>
                  <a:lnTo>
                    <a:pt x="2231515" y="984895"/>
                  </a:lnTo>
                  <a:lnTo>
                    <a:pt x="2191922" y="950262"/>
                  </a:lnTo>
                  <a:lnTo>
                    <a:pt x="2152233" y="915738"/>
                  </a:lnTo>
                  <a:lnTo>
                    <a:pt x="2072763" y="846800"/>
                  </a:lnTo>
                  <a:lnTo>
                    <a:pt x="2033077" y="812281"/>
                  </a:lnTo>
                  <a:lnTo>
                    <a:pt x="1993488" y="777658"/>
                  </a:lnTo>
                  <a:lnTo>
                    <a:pt x="1954042" y="742877"/>
                  </a:lnTo>
                  <a:lnTo>
                    <a:pt x="1914788" y="707885"/>
                  </a:lnTo>
                  <a:lnTo>
                    <a:pt x="1875773" y="672630"/>
                  </a:lnTo>
                  <a:lnTo>
                    <a:pt x="1840311" y="639782"/>
                  </a:lnTo>
                  <a:lnTo>
                    <a:pt x="1805548" y="606300"/>
                  </a:lnTo>
                  <a:lnTo>
                    <a:pt x="1771646" y="572065"/>
                  </a:lnTo>
                  <a:lnTo>
                    <a:pt x="1738767" y="536959"/>
                  </a:lnTo>
                  <a:lnTo>
                    <a:pt x="1707073" y="500865"/>
                  </a:lnTo>
                  <a:lnTo>
                    <a:pt x="1676727" y="463664"/>
                  </a:lnTo>
                  <a:lnTo>
                    <a:pt x="1647890" y="425239"/>
                  </a:lnTo>
                  <a:lnTo>
                    <a:pt x="1620726" y="385470"/>
                  </a:lnTo>
                  <a:lnTo>
                    <a:pt x="1595395" y="344241"/>
                  </a:lnTo>
                  <a:lnTo>
                    <a:pt x="1572061" y="301432"/>
                  </a:lnTo>
                  <a:lnTo>
                    <a:pt x="1547801" y="246942"/>
                  </a:lnTo>
                  <a:lnTo>
                    <a:pt x="1531042" y="189954"/>
                  </a:lnTo>
                  <a:lnTo>
                    <a:pt x="1527232" y="142790"/>
                  </a:lnTo>
                  <a:lnTo>
                    <a:pt x="1535381" y="100243"/>
                  </a:lnTo>
                  <a:lnTo>
                    <a:pt x="1554508" y="63627"/>
                  </a:lnTo>
                  <a:lnTo>
                    <a:pt x="1583630" y="34256"/>
                  </a:lnTo>
                  <a:lnTo>
                    <a:pt x="1621763" y="13443"/>
                  </a:lnTo>
                  <a:lnTo>
                    <a:pt x="1667926" y="2501"/>
                  </a:lnTo>
                  <a:lnTo>
                    <a:pt x="1716948" y="0"/>
                  </a:lnTo>
                  <a:lnTo>
                    <a:pt x="1765001" y="3121"/>
                  </a:lnTo>
                  <a:lnTo>
                    <a:pt x="1812154" y="11226"/>
                  </a:lnTo>
                  <a:lnTo>
                    <a:pt x="1858477" y="23672"/>
                  </a:lnTo>
                  <a:lnTo>
                    <a:pt x="1904040" y="39820"/>
                  </a:lnTo>
                  <a:lnTo>
                    <a:pt x="1948912" y="59028"/>
                  </a:lnTo>
                  <a:lnTo>
                    <a:pt x="1992946" y="80765"/>
                  </a:lnTo>
                  <a:lnTo>
                    <a:pt x="2035427" y="104555"/>
                  </a:lnTo>
                  <a:lnTo>
                    <a:pt x="2076496" y="130212"/>
                  </a:lnTo>
                  <a:lnTo>
                    <a:pt x="2116291" y="157550"/>
                  </a:lnTo>
                  <a:lnTo>
                    <a:pt x="2154951" y="186382"/>
                  </a:lnTo>
                  <a:lnTo>
                    <a:pt x="2192616" y="216523"/>
                  </a:lnTo>
                  <a:lnTo>
                    <a:pt x="2229426" y="247787"/>
                  </a:lnTo>
                  <a:lnTo>
                    <a:pt x="2265518" y="279987"/>
                  </a:lnTo>
                  <a:lnTo>
                    <a:pt x="2301033" y="312939"/>
                  </a:lnTo>
                  <a:lnTo>
                    <a:pt x="2336111" y="346455"/>
                  </a:lnTo>
                  <a:lnTo>
                    <a:pt x="2370889" y="380350"/>
                  </a:lnTo>
                  <a:lnTo>
                    <a:pt x="2406737" y="415950"/>
                  </a:lnTo>
                  <a:lnTo>
                    <a:pt x="2442084" y="451929"/>
                  </a:lnTo>
                  <a:lnTo>
                    <a:pt x="2476928" y="488289"/>
                  </a:lnTo>
                  <a:lnTo>
                    <a:pt x="2511267" y="525033"/>
                  </a:lnTo>
                  <a:lnTo>
                    <a:pt x="2545097" y="562165"/>
                  </a:lnTo>
                  <a:lnTo>
                    <a:pt x="2578415" y="599686"/>
                  </a:lnTo>
                  <a:lnTo>
                    <a:pt x="2611219" y="637600"/>
                  </a:lnTo>
                  <a:lnTo>
                    <a:pt x="2643506" y="675909"/>
                  </a:lnTo>
                  <a:lnTo>
                    <a:pt x="2675274" y="714617"/>
                  </a:lnTo>
                  <a:lnTo>
                    <a:pt x="2706518" y="753726"/>
                  </a:lnTo>
                  <a:lnTo>
                    <a:pt x="2737238" y="793239"/>
                  </a:lnTo>
                  <a:lnTo>
                    <a:pt x="2767430" y="833159"/>
                  </a:lnTo>
                  <a:lnTo>
                    <a:pt x="2797091" y="873489"/>
                  </a:lnTo>
                  <a:lnTo>
                    <a:pt x="2826218" y="914231"/>
                  </a:lnTo>
                  <a:lnTo>
                    <a:pt x="2854809" y="955389"/>
                  </a:lnTo>
                  <a:lnTo>
                    <a:pt x="2882861" y="996965"/>
                  </a:lnTo>
                  <a:lnTo>
                    <a:pt x="2910370" y="1038962"/>
                  </a:lnTo>
                  <a:lnTo>
                    <a:pt x="2937336" y="1081383"/>
                  </a:lnTo>
                  <a:lnTo>
                    <a:pt x="2963754" y="1124231"/>
                  </a:lnTo>
                  <a:lnTo>
                    <a:pt x="2989621" y="1167508"/>
                  </a:lnTo>
                  <a:lnTo>
                    <a:pt x="3014936" y="1211218"/>
                  </a:lnTo>
                  <a:lnTo>
                    <a:pt x="3039695" y="1255363"/>
                  </a:lnTo>
                  <a:lnTo>
                    <a:pt x="3063611" y="1296967"/>
                  </a:lnTo>
                  <a:lnTo>
                    <a:pt x="3088800" y="1337875"/>
                  </a:lnTo>
                  <a:lnTo>
                    <a:pt x="3114967" y="1378244"/>
                  </a:lnTo>
                  <a:lnTo>
                    <a:pt x="3141816" y="1418230"/>
                  </a:lnTo>
                  <a:lnTo>
                    <a:pt x="3169051" y="1457989"/>
                  </a:lnTo>
                  <a:lnTo>
                    <a:pt x="3196379" y="1497678"/>
                  </a:lnTo>
                  <a:lnTo>
                    <a:pt x="3223502" y="1537452"/>
                  </a:lnTo>
                  <a:lnTo>
                    <a:pt x="3236819" y="1554772"/>
                  </a:lnTo>
                  <a:lnTo>
                    <a:pt x="3251741" y="1571009"/>
                  </a:lnTo>
                  <a:lnTo>
                    <a:pt x="3267342" y="1586784"/>
                  </a:lnTo>
                  <a:lnTo>
                    <a:pt x="3282698" y="1602721"/>
                  </a:lnTo>
                  <a:lnTo>
                    <a:pt x="3294634" y="1597079"/>
                  </a:lnTo>
                  <a:lnTo>
                    <a:pt x="3281459" y="1556576"/>
                  </a:lnTo>
                  <a:lnTo>
                    <a:pt x="3268506" y="1515977"/>
                  </a:lnTo>
                  <a:lnTo>
                    <a:pt x="3254870" y="1475657"/>
                  </a:lnTo>
                  <a:lnTo>
                    <a:pt x="3239651" y="1435987"/>
                  </a:lnTo>
                  <a:lnTo>
                    <a:pt x="3220158" y="1389675"/>
                  </a:lnTo>
                  <a:lnTo>
                    <a:pt x="3200304" y="1343506"/>
                  </a:lnTo>
                  <a:lnTo>
                    <a:pt x="3180231" y="1297425"/>
                  </a:lnTo>
                  <a:lnTo>
                    <a:pt x="3160082" y="1251376"/>
                  </a:lnTo>
                  <a:lnTo>
                    <a:pt x="3139997" y="1205304"/>
                  </a:lnTo>
                  <a:lnTo>
                    <a:pt x="3120118" y="1159152"/>
                  </a:lnTo>
                  <a:lnTo>
                    <a:pt x="3100587" y="1112867"/>
                  </a:lnTo>
                  <a:lnTo>
                    <a:pt x="3081546" y="1066393"/>
                  </a:lnTo>
                  <a:lnTo>
                    <a:pt x="3063136" y="1019673"/>
                  </a:lnTo>
                  <a:lnTo>
                    <a:pt x="3044971" y="968450"/>
                  </a:lnTo>
                  <a:lnTo>
                    <a:pt x="3029118" y="916316"/>
                  </a:lnTo>
                  <a:lnTo>
                    <a:pt x="3014927" y="863573"/>
                  </a:lnTo>
                  <a:lnTo>
                    <a:pt x="3001749" y="810521"/>
                  </a:lnTo>
                  <a:lnTo>
                    <a:pt x="2988936" y="757463"/>
                  </a:lnTo>
                  <a:lnTo>
                    <a:pt x="2980597" y="700769"/>
                  </a:lnTo>
                  <a:lnTo>
                    <a:pt x="2979629" y="671847"/>
                  </a:lnTo>
                  <a:lnTo>
                    <a:pt x="2980257" y="643106"/>
                  </a:lnTo>
                  <a:lnTo>
                    <a:pt x="2987347" y="593983"/>
                  </a:lnTo>
                  <a:lnTo>
                    <a:pt x="3003175" y="552019"/>
                  </a:lnTo>
                  <a:lnTo>
                    <a:pt x="3026709" y="517958"/>
                  </a:lnTo>
                  <a:lnTo>
                    <a:pt x="3056913" y="492546"/>
                  </a:lnTo>
                  <a:lnTo>
                    <a:pt x="3092754" y="476526"/>
                  </a:lnTo>
                  <a:lnTo>
                    <a:pt x="3133199" y="470644"/>
                  </a:lnTo>
                  <a:lnTo>
                    <a:pt x="3177214" y="475643"/>
                  </a:lnTo>
                  <a:lnTo>
                    <a:pt x="3223765" y="492269"/>
                  </a:lnTo>
                  <a:lnTo>
                    <a:pt x="3266845" y="516026"/>
                  </a:lnTo>
                  <a:lnTo>
                    <a:pt x="3307921" y="544530"/>
                  </a:lnTo>
                  <a:lnTo>
                    <a:pt x="3346469" y="576660"/>
                  </a:lnTo>
                  <a:lnTo>
                    <a:pt x="3381967" y="611291"/>
                  </a:lnTo>
                  <a:lnTo>
                    <a:pt x="3414353" y="647686"/>
                  </a:lnTo>
                  <a:lnTo>
                    <a:pt x="3443932" y="685702"/>
                  </a:lnTo>
                  <a:lnTo>
                    <a:pt x="3470808" y="725226"/>
                  </a:lnTo>
                  <a:lnTo>
                    <a:pt x="3495085" y="766144"/>
                  </a:lnTo>
                  <a:lnTo>
                    <a:pt x="3516868" y="808342"/>
                  </a:lnTo>
                  <a:lnTo>
                    <a:pt x="3536260" y="851707"/>
                  </a:lnTo>
                  <a:lnTo>
                    <a:pt x="3553368" y="896124"/>
                  </a:lnTo>
                  <a:lnTo>
                    <a:pt x="3568294" y="941479"/>
                  </a:lnTo>
                  <a:lnTo>
                    <a:pt x="3581144" y="987660"/>
                  </a:lnTo>
                  <a:lnTo>
                    <a:pt x="3592021" y="1034551"/>
                  </a:lnTo>
                  <a:lnTo>
                    <a:pt x="3602287" y="1084645"/>
                  </a:lnTo>
                  <a:lnTo>
                    <a:pt x="3612074" y="1134839"/>
                  </a:lnTo>
                  <a:lnTo>
                    <a:pt x="3621454" y="1185117"/>
                  </a:lnTo>
                  <a:lnTo>
                    <a:pt x="3630504" y="1235466"/>
                  </a:lnTo>
                  <a:lnTo>
                    <a:pt x="3639295" y="1285868"/>
                  </a:lnTo>
                  <a:lnTo>
                    <a:pt x="3647902" y="1336310"/>
                  </a:lnTo>
                  <a:lnTo>
                    <a:pt x="3673356" y="1487717"/>
                  </a:lnTo>
                  <a:lnTo>
                    <a:pt x="3681965" y="1538162"/>
                  </a:lnTo>
                  <a:lnTo>
                    <a:pt x="3690758" y="1588571"/>
                  </a:lnTo>
                  <a:lnTo>
                    <a:pt x="3699811" y="1638928"/>
                  </a:lnTo>
                  <a:lnTo>
                    <a:pt x="3710213" y="1692462"/>
                  </a:lnTo>
                  <a:lnTo>
                    <a:pt x="3721547" y="1745821"/>
                  </a:lnTo>
                  <a:lnTo>
                    <a:pt x="3733473" y="1799068"/>
                  </a:lnTo>
                  <a:lnTo>
                    <a:pt x="3745649" y="1852266"/>
                  </a:lnTo>
                  <a:lnTo>
                    <a:pt x="3757735" y="1905477"/>
                  </a:lnTo>
                  <a:lnTo>
                    <a:pt x="3760619" y="1914963"/>
                  </a:lnTo>
                  <a:lnTo>
                    <a:pt x="3765244" y="1924114"/>
                  </a:lnTo>
                  <a:lnTo>
                    <a:pt x="3772045" y="1932882"/>
                  </a:lnTo>
                  <a:lnTo>
                    <a:pt x="3781460" y="1941221"/>
                  </a:lnTo>
                  <a:lnTo>
                    <a:pt x="3780805" y="1788348"/>
                  </a:lnTo>
                  <a:lnTo>
                    <a:pt x="3780630" y="1737391"/>
                  </a:lnTo>
                  <a:lnTo>
                    <a:pt x="3780565" y="1686435"/>
                  </a:lnTo>
                  <a:lnTo>
                    <a:pt x="3780661" y="1635481"/>
                  </a:lnTo>
                  <a:lnTo>
                    <a:pt x="3781220" y="1489747"/>
                  </a:lnTo>
                  <a:lnTo>
                    <a:pt x="3781458" y="1441168"/>
                  </a:lnTo>
                  <a:lnTo>
                    <a:pt x="3781753" y="1392590"/>
                  </a:lnTo>
                  <a:lnTo>
                    <a:pt x="3782124" y="1344013"/>
                  </a:lnTo>
                  <a:lnTo>
                    <a:pt x="3782592" y="1295439"/>
                  </a:lnTo>
                  <a:lnTo>
                    <a:pt x="3783174" y="1246868"/>
                  </a:lnTo>
                  <a:lnTo>
                    <a:pt x="3783890" y="1198301"/>
                  </a:lnTo>
                  <a:lnTo>
                    <a:pt x="3784759" y="1149738"/>
                  </a:lnTo>
                  <a:lnTo>
                    <a:pt x="3791318" y="1090701"/>
                  </a:lnTo>
                  <a:lnTo>
                    <a:pt x="3804071" y="1032176"/>
                  </a:lnTo>
                  <a:lnTo>
                    <a:pt x="3820237" y="986023"/>
                  </a:lnTo>
                  <a:lnTo>
                    <a:pt x="3844343" y="948223"/>
                  </a:lnTo>
                  <a:lnTo>
                    <a:pt x="3875015" y="919324"/>
                  </a:lnTo>
                  <a:lnTo>
                    <a:pt x="3910877" y="899877"/>
                  </a:lnTo>
                  <a:lnTo>
                    <a:pt x="3950555" y="890432"/>
                  </a:lnTo>
                  <a:lnTo>
                    <a:pt x="3992673" y="891537"/>
                  </a:lnTo>
                  <a:lnTo>
                    <a:pt x="4035857" y="903744"/>
                  </a:lnTo>
                  <a:lnTo>
                    <a:pt x="4078731" y="927601"/>
                  </a:lnTo>
                  <a:lnTo>
                    <a:pt x="4127754" y="968315"/>
                  </a:lnTo>
                  <a:lnTo>
                    <a:pt x="4170898" y="1015428"/>
                  </a:lnTo>
                  <a:lnTo>
                    <a:pt x="4201785" y="1055731"/>
                  </a:lnTo>
                  <a:lnTo>
                    <a:pt x="4230071" y="1096873"/>
                  </a:lnTo>
                  <a:lnTo>
                    <a:pt x="4255822" y="1138833"/>
                  </a:lnTo>
                  <a:lnTo>
                    <a:pt x="4279104" y="1181593"/>
                  </a:lnTo>
                  <a:lnTo>
                    <a:pt x="4299982" y="1225135"/>
                  </a:lnTo>
                  <a:lnTo>
                    <a:pt x="4318523" y="1269439"/>
                  </a:lnTo>
                  <a:lnTo>
                    <a:pt x="4334792" y="1314485"/>
                  </a:lnTo>
                  <a:lnTo>
                    <a:pt x="4348856" y="1360256"/>
                  </a:lnTo>
                  <a:lnTo>
                    <a:pt x="4360780" y="1406732"/>
                  </a:lnTo>
                  <a:lnTo>
                    <a:pt x="4370630" y="1453894"/>
                  </a:lnTo>
                  <a:lnTo>
                    <a:pt x="4378472" y="1501724"/>
                  </a:lnTo>
                  <a:lnTo>
                    <a:pt x="4384372" y="1550201"/>
                  </a:lnTo>
                  <a:lnTo>
                    <a:pt x="4388396" y="1599307"/>
                  </a:lnTo>
                  <a:lnTo>
                    <a:pt x="4390610" y="1649024"/>
                  </a:lnTo>
                  <a:lnTo>
                    <a:pt x="4391080" y="1699332"/>
                  </a:lnTo>
                  <a:lnTo>
                    <a:pt x="4390073" y="1749399"/>
                  </a:lnTo>
                  <a:lnTo>
                    <a:pt x="4387881" y="1799314"/>
                  </a:lnTo>
                  <a:lnTo>
                    <a:pt x="4384614" y="1849090"/>
                  </a:lnTo>
                  <a:lnTo>
                    <a:pt x="4380388" y="1898743"/>
                  </a:lnTo>
                  <a:lnTo>
                    <a:pt x="4375314" y="1948289"/>
                  </a:lnTo>
                  <a:lnTo>
                    <a:pt x="4369506" y="1997742"/>
                  </a:lnTo>
                  <a:lnTo>
                    <a:pt x="4363076" y="2047118"/>
                  </a:lnTo>
                  <a:lnTo>
                    <a:pt x="4356138" y="2096432"/>
                  </a:lnTo>
                  <a:lnTo>
                    <a:pt x="4348804" y="2145699"/>
                  </a:lnTo>
                  <a:lnTo>
                    <a:pt x="4341188" y="2194935"/>
                  </a:lnTo>
                  <a:lnTo>
                    <a:pt x="4333402" y="2244154"/>
                  </a:lnTo>
                  <a:lnTo>
                    <a:pt x="4325560" y="2293373"/>
                  </a:lnTo>
                  <a:lnTo>
                    <a:pt x="4317774" y="2342606"/>
                  </a:lnTo>
                  <a:lnTo>
                    <a:pt x="4310449" y="2391080"/>
                  </a:lnTo>
                  <a:lnTo>
                    <a:pt x="4303501" y="2439614"/>
                  </a:lnTo>
                  <a:lnTo>
                    <a:pt x="4296682" y="2488170"/>
                  </a:lnTo>
                  <a:lnTo>
                    <a:pt x="4289741" y="2536710"/>
                  </a:lnTo>
                  <a:lnTo>
                    <a:pt x="4286478" y="2584632"/>
                  </a:lnTo>
                  <a:lnTo>
                    <a:pt x="4290938" y="2630361"/>
                  </a:lnTo>
                  <a:lnTo>
                    <a:pt x="4302896" y="2674144"/>
                  </a:lnTo>
                  <a:lnTo>
                    <a:pt x="4322125" y="2716231"/>
                  </a:lnTo>
                  <a:lnTo>
                    <a:pt x="4348401" y="2756871"/>
                  </a:lnTo>
                  <a:lnTo>
                    <a:pt x="4378602" y="2797360"/>
                  </a:lnTo>
                  <a:lnTo>
                    <a:pt x="4408744" y="2837987"/>
                  </a:lnTo>
                  <a:lnTo>
                    <a:pt x="4438406" y="2878957"/>
                  </a:lnTo>
                  <a:lnTo>
                    <a:pt x="4467169" y="2920474"/>
                  </a:lnTo>
                  <a:lnTo>
                    <a:pt x="4494616" y="2962743"/>
                  </a:lnTo>
                  <a:lnTo>
                    <a:pt x="4520325" y="3005968"/>
                  </a:lnTo>
                  <a:lnTo>
                    <a:pt x="4545050" y="3050549"/>
                  </a:lnTo>
                  <a:lnTo>
                    <a:pt x="4569078" y="3095407"/>
                  </a:lnTo>
                  <a:lnTo>
                    <a:pt x="4592379" y="3140552"/>
                  </a:lnTo>
                  <a:lnTo>
                    <a:pt x="4605804" y="3167607"/>
                  </a:lnTo>
                  <a:close/>
                </a:path>
              </a:pathLst>
            </a:custGeom>
            <a:solidFill>
              <a:srgbClr val="E3AE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7650487"/>
              <a:ext cx="2585131" cy="2636512"/>
            </a:xfrm>
            <a:prstGeom prst="rect">
              <a:avLst/>
            </a:prstGeom>
          </p:spPr>
        </p:pic>
      </p:grp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146347" y="1289626"/>
            <a:ext cx="2569652" cy="244792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AFB1462-3239-8BFC-136D-9C12E956307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3191" y="0"/>
            <a:ext cx="3024492" cy="302449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9382060-DDAF-7D5D-14DA-7D693256287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93538" y="86767"/>
            <a:ext cx="8865062" cy="10025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73414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565" y="1285875"/>
            <a:ext cx="13716000" cy="77152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9E72DD7-3C28-1DF6-FFF3-55FC427166D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0"/>
            <a:ext cx="2247900" cy="22479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F4FBAB9-F8D9-EEC8-9498-6B26D83768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6742" y="190499"/>
            <a:ext cx="9602857" cy="99563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4752928"/>
            <a:ext cx="13716000" cy="4248626"/>
            <a:chOff x="0" y="4622737"/>
            <a:chExt cx="18288000" cy="5664835"/>
          </a:xfrm>
        </p:grpSpPr>
        <p:sp>
          <p:nvSpPr>
            <p:cNvPr id="3" name="object 3"/>
            <p:cNvSpPr/>
            <p:nvPr/>
          </p:nvSpPr>
          <p:spPr>
            <a:xfrm>
              <a:off x="7951245" y="4622737"/>
              <a:ext cx="10027285" cy="4789805"/>
            </a:xfrm>
            <a:custGeom>
              <a:avLst/>
              <a:gdLst/>
              <a:ahLst/>
              <a:cxnLst/>
              <a:rect l="l" t="t" r="r" b="b"/>
              <a:pathLst>
                <a:path w="10027285" h="4789805">
                  <a:moveTo>
                    <a:pt x="2230863" y="4789461"/>
                  </a:moveTo>
                  <a:lnTo>
                    <a:pt x="2165328" y="4789199"/>
                  </a:lnTo>
                  <a:lnTo>
                    <a:pt x="2101842" y="4788334"/>
                  </a:lnTo>
                  <a:lnTo>
                    <a:pt x="1566114" y="4776808"/>
                  </a:lnTo>
                  <a:lnTo>
                    <a:pt x="1517904" y="4775844"/>
                  </a:lnTo>
                  <a:lnTo>
                    <a:pt x="1466535" y="4775021"/>
                  </a:lnTo>
                  <a:lnTo>
                    <a:pt x="1413052" y="4774344"/>
                  </a:lnTo>
                  <a:lnTo>
                    <a:pt x="1358504" y="4773818"/>
                  </a:lnTo>
                  <a:lnTo>
                    <a:pt x="1303937" y="4773449"/>
                  </a:lnTo>
                  <a:lnTo>
                    <a:pt x="1250399" y="4773242"/>
                  </a:lnTo>
                  <a:lnTo>
                    <a:pt x="1198936" y="4773204"/>
                  </a:lnTo>
                  <a:lnTo>
                    <a:pt x="1150596" y="4773339"/>
                  </a:lnTo>
                  <a:lnTo>
                    <a:pt x="1106426" y="4773653"/>
                  </a:lnTo>
                  <a:lnTo>
                    <a:pt x="996401" y="4775129"/>
                  </a:lnTo>
                  <a:lnTo>
                    <a:pt x="935126" y="4775482"/>
                  </a:lnTo>
                  <a:lnTo>
                    <a:pt x="881896" y="4775128"/>
                  </a:lnTo>
                  <a:lnTo>
                    <a:pt x="834956" y="4773985"/>
                  </a:lnTo>
                  <a:lnTo>
                    <a:pt x="792557" y="4771969"/>
                  </a:lnTo>
                  <a:lnTo>
                    <a:pt x="752945" y="4768997"/>
                  </a:lnTo>
                  <a:lnTo>
                    <a:pt x="714368" y="4764987"/>
                  </a:lnTo>
                  <a:lnTo>
                    <a:pt x="675074" y="4759856"/>
                  </a:lnTo>
                  <a:lnTo>
                    <a:pt x="633311" y="4753521"/>
                  </a:lnTo>
                  <a:lnTo>
                    <a:pt x="575816" y="4742591"/>
                  </a:lnTo>
                  <a:lnTo>
                    <a:pt x="524748" y="4729273"/>
                  </a:lnTo>
                  <a:lnTo>
                    <a:pt x="480675" y="4713741"/>
                  </a:lnTo>
                  <a:lnTo>
                    <a:pt x="444170" y="4696168"/>
                  </a:lnTo>
                  <a:lnTo>
                    <a:pt x="407369" y="4675453"/>
                  </a:lnTo>
                  <a:lnTo>
                    <a:pt x="362652" y="4650579"/>
                  </a:lnTo>
                  <a:lnTo>
                    <a:pt x="313509" y="4621870"/>
                  </a:lnTo>
                  <a:lnTo>
                    <a:pt x="274333" y="4594746"/>
                  </a:lnTo>
                  <a:lnTo>
                    <a:pt x="242452" y="4566479"/>
                  </a:lnTo>
                  <a:lnTo>
                    <a:pt x="215194" y="4534341"/>
                  </a:lnTo>
                  <a:lnTo>
                    <a:pt x="189888" y="4495601"/>
                  </a:lnTo>
                  <a:lnTo>
                    <a:pt x="163862" y="4447532"/>
                  </a:lnTo>
                  <a:lnTo>
                    <a:pt x="138132" y="4395485"/>
                  </a:lnTo>
                  <a:lnTo>
                    <a:pt x="119328" y="4352945"/>
                  </a:lnTo>
                  <a:lnTo>
                    <a:pt x="105208" y="4313683"/>
                  </a:lnTo>
                  <a:lnTo>
                    <a:pt x="93532" y="4271468"/>
                  </a:lnTo>
                  <a:lnTo>
                    <a:pt x="82060" y="4220070"/>
                  </a:lnTo>
                  <a:lnTo>
                    <a:pt x="74573" y="4184710"/>
                  </a:lnTo>
                  <a:lnTo>
                    <a:pt x="66725" y="4148518"/>
                  </a:lnTo>
                  <a:lnTo>
                    <a:pt x="59446" y="4115740"/>
                  </a:lnTo>
                  <a:lnTo>
                    <a:pt x="53669" y="4090626"/>
                  </a:lnTo>
                  <a:lnTo>
                    <a:pt x="46763" y="4057116"/>
                  </a:lnTo>
                  <a:lnTo>
                    <a:pt x="39312" y="4013299"/>
                  </a:lnTo>
                  <a:lnTo>
                    <a:pt x="31682" y="3961943"/>
                  </a:lnTo>
                  <a:lnTo>
                    <a:pt x="24241" y="3905814"/>
                  </a:lnTo>
                  <a:lnTo>
                    <a:pt x="17355" y="3847682"/>
                  </a:lnTo>
                  <a:lnTo>
                    <a:pt x="11392" y="3790314"/>
                  </a:lnTo>
                  <a:lnTo>
                    <a:pt x="6719" y="3736477"/>
                  </a:lnTo>
                  <a:lnTo>
                    <a:pt x="3438" y="3684713"/>
                  </a:lnTo>
                  <a:lnTo>
                    <a:pt x="1259" y="3625055"/>
                  </a:lnTo>
                  <a:lnTo>
                    <a:pt x="156" y="3550165"/>
                  </a:lnTo>
                  <a:lnTo>
                    <a:pt x="0" y="3504716"/>
                  </a:lnTo>
                  <a:lnTo>
                    <a:pt x="103" y="3452708"/>
                  </a:lnTo>
                  <a:lnTo>
                    <a:pt x="463" y="3393223"/>
                  </a:lnTo>
                  <a:lnTo>
                    <a:pt x="1076" y="3325344"/>
                  </a:lnTo>
                  <a:lnTo>
                    <a:pt x="1939" y="3248155"/>
                  </a:lnTo>
                  <a:lnTo>
                    <a:pt x="3049" y="3160739"/>
                  </a:lnTo>
                  <a:lnTo>
                    <a:pt x="4898" y="3025039"/>
                  </a:lnTo>
                  <a:lnTo>
                    <a:pt x="6387" y="2890672"/>
                  </a:lnTo>
                  <a:lnTo>
                    <a:pt x="8238" y="2675926"/>
                  </a:lnTo>
                  <a:lnTo>
                    <a:pt x="9715" y="2448742"/>
                  </a:lnTo>
                  <a:lnTo>
                    <a:pt x="10775" y="2208877"/>
                  </a:lnTo>
                  <a:lnTo>
                    <a:pt x="11244" y="2133157"/>
                  </a:lnTo>
                  <a:lnTo>
                    <a:pt x="11827" y="2062228"/>
                  </a:lnTo>
                  <a:lnTo>
                    <a:pt x="12517" y="1996760"/>
                  </a:lnTo>
                  <a:lnTo>
                    <a:pt x="13302" y="1937422"/>
                  </a:lnTo>
                  <a:lnTo>
                    <a:pt x="14173" y="1884882"/>
                  </a:lnTo>
                  <a:lnTo>
                    <a:pt x="15120" y="1839809"/>
                  </a:lnTo>
                  <a:lnTo>
                    <a:pt x="17201" y="1774740"/>
                  </a:lnTo>
                  <a:lnTo>
                    <a:pt x="24804" y="1675601"/>
                  </a:lnTo>
                  <a:lnTo>
                    <a:pt x="32628" y="1574943"/>
                  </a:lnTo>
                  <a:lnTo>
                    <a:pt x="41333" y="1460028"/>
                  </a:lnTo>
                  <a:lnTo>
                    <a:pt x="50467" y="1336771"/>
                  </a:lnTo>
                  <a:lnTo>
                    <a:pt x="53877" y="1292655"/>
                  </a:lnTo>
                  <a:lnTo>
                    <a:pt x="58055" y="1242531"/>
                  </a:lnTo>
                  <a:lnTo>
                    <a:pt x="62858" y="1187852"/>
                  </a:lnTo>
                  <a:lnTo>
                    <a:pt x="68142" y="1130072"/>
                  </a:lnTo>
                  <a:lnTo>
                    <a:pt x="73763" y="1070642"/>
                  </a:lnTo>
                  <a:lnTo>
                    <a:pt x="79577" y="1011015"/>
                  </a:lnTo>
                  <a:lnTo>
                    <a:pt x="85441" y="952644"/>
                  </a:lnTo>
                  <a:lnTo>
                    <a:pt x="91210" y="896982"/>
                  </a:lnTo>
                  <a:lnTo>
                    <a:pt x="96742" y="845481"/>
                  </a:lnTo>
                  <a:lnTo>
                    <a:pt x="101891" y="799593"/>
                  </a:lnTo>
                  <a:lnTo>
                    <a:pt x="106516" y="760771"/>
                  </a:lnTo>
                  <a:lnTo>
                    <a:pt x="121437" y="658192"/>
                  </a:lnTo>
                  <a:lnTo>
                    <a:pt x="133305" y="592325"/>
                  </a:lnTo>
                  <a:lnTo>
                    <a:pt x="146230" y="532508"/>
                  </a:lnTo>
                  <a:lnTo>
                    <a:pt x="160366" y="478383"/>
                  </a:lnTo>
                  <a:lnTo>
                    <a:pt x="175868" y="429588"/>
                  </a:lnTo>
                  <a:lnTo>
                    <a:pt x="192890" y="385764"/>
                  </a:lnTo>
                  <a:lnTo>
                    <a:pt x="211589" y="346551"/>
                  </a:lnTo>
                  <a:lnTo>
                    <a:pt x="232118" y="311591"/>
                  </a:lnTo>
                  <a:lnTo>
                    <a:pt x="254632" y="280522"/>
                  </a:lnTo>
                  <a:lnTo>
                    <a:pt x="306234" y="228620"/>
                  </a:lnTo>
                  <a:lnTo>
                    <a:pt x="373845" y="183387"/>
                  </a:lnTo>
                  <a:lnTo>
                    <a:pt x="413481" y="162611"/>
                  </a:lnTo>
                  <a:lnTo>
                    <a:pt x="460392" y="141935"/>
                  </a:lnTo>
                  <a:lnTo>
                    <a:pt x="520431" y="118557"/>
                  </a:lnTo>
                  <a:lnTo>
                    <a:pt x="568725" y="101554"/>
                  </a:lnTo>
                  <a:lnTo>
                    <a:pt x="615452" y="87581"/>
                  </a:lnTo>
                  <a:lnTo>
                    <a:pt x="663318" y="76065"/>
                  </a:lnTo>
                  <a:lnTo>
                    <a:pt x="715029" y="66431"/>
                  </a:lnTo>
                  <a:lnTo>
                    <a:pt x="773292" y="58102"/>
                  </a:lnTo>
                  <a:lnTo>
                    <a:pt x="840815" y="50506"/>
                  </a:lnTo>
                  <a:lnTo>
                    <a:pt x="884101" y="46000"/>
                  </a:lnTo>
                  <a:lnTo>
                    <a:pt x="934535" y="40576"/>
                  </a:lnTo>
                  <a:lnTo>
                    <a:pt x="987974" y="34690"/>
                  </a:lnTo>
                  <a:lnTo>
                    <a:pt x="1040277" y="28798"/>
                  </a:lnTo>
                  <a:lnTo>
                    <a:pt x="1134410" y="17973"/>
                  </a:lnTo>
                  <a:lnTo>
                    <a:pt x="1174172" y="14039"/>
                  </a:lnTo>
                  <a:lnTo>
                    <a:pt x="1211612" y="11348"/>
                  </a:lnTo>
                  <a:lnTo>
                    <a:pt x="1251754" y="9693"/>
                  </a:lnTo>
                  <a:lnTo>
                    <a:pt x="1299620" y="8866"/>
                  </a:lnTo>
                  <a:lnTo>
                    <a:pt x="1360233" y="8662"/>
                  </a:lnTo>
                  <a:lnTo>
                    <a:pt x="1438615" y="8873"/>
                  </a:lnTo>
                  <a:lnTo>
                    <a:pt x="1492735" y="9238"/>
                  </a:lnTo>
                  <a:lnTo>
                    <a:pt x="1549456" y="9892"/>
                  </a:lnTo>
                  <a:lnTo>
                    <a:pt x="1606594" y="10794"/>
                  </a:lnTo>
                  <a:lnTo>
                    <a:pt x="1661963" y="11899"/>
                  </a:lnTo>
                  <a:lnTo>
                    <a:pt x="1713376" y="13164"/>
                  </a:lnTo>
                  <a:lnTo>
                    <a:pt x="1758649" y="14545"/>
                  </a:lnTo>
                  <a:lnTo>
                    <a:pt x="1819071" y="16977"/>
                  </a:lnTo>
                  <a:lnTo>
                    <a:pt x="1845880" y="17914"/>
                  </a:lnTo>
                  <a:lnTo>
                    <a:pt x="1908873" y="19658"/>
                  </a:lnTo>
                  <a:lnTo>
                    <a:pt x="2024455" y="21937"/>
                  </a:lnTo>
                  <a:lnTo>
                    <a:pt x="2113746" y="23224"/>
                  </a:lnTo>
                  <a:lnTo>
                    <a:pt x="2211365" y="24320"/>
                  </a:lnTo>
                  <a:lnTo>
                    <a:pt x="2316062" y="25219"/>
                  </a:lnTo>
                  <a:lnTo>
                    <a:pt x="2426585" y="25915"/>
                  </a:lnTo>
                  <a:lnTo>
                    <a:pt x="2541681" y="26404"/>
                  </a:lnTo>
                  <a:lnTo>
                    <a:pt x="2660100" y="26679"/>
                  </a:lnTo>
                  <a:lnTo>
                    <a:pt x="2780589" y="26737"/>
                  </a:lnTo>
                  <a:lnTo>
                    <a:pt x="2901897" y="26571"/>
                  </a:lnTo>
                  <a:lnTo>
                    <a:pt x="3022772" y="26175"/>
                  </a:lnTo>
                  <a:lnTo>
                    <a:pt x="3141963" y="25546"/>
                  </a:lnTo>
                  <a:lnTo>
                    <a:pt x="3258218" y="24677"/>
                  </a:lnTo>
                  <a:lnTo>
                    <a:pt x="3370285" y="23563"/>
                  </a:lnTo>
                  <a:lnTo>
                    <a:pt x="3597732" y="20893"/>
                  </a:lnTo>
                  <a:lnTo>
                    <a:pt x="4135011" y="15946"/>
                  </a:lnTo>
                  <a:lnTo>
                    <a:pt x="5112356" y="9046"/>
                  </a:lnTo>
                  <a:lnTo>
                    <a:pt x="6574969" y="1146"/>
                  </a:lnTo>
                  <a:lnTo>
                    <a:pt x="6825115" y="212"/>
                  </a:lnTo>
                  <a:lnTo>
                    <a:pt x="6973469" y="0"/>
                  </a:lnTo>
                  <a:lnTo>
                    <a:pt x="7057206" y="113"/>
                  </a:lnTo>
                  <a:lnTo>
                    <a:pt x="7131005" y="443"/>
                  </a:lnTo>
                  <a:lnTo>
                    <a:pt x="7187783" y="908"/>
                  </a:lnTo>
                  <a:lnTo>
                    <a:pt x="7239822" y="1550"/>
                  </a:lnTo>
                  <a:lnTo>
                    <a:pt x="7288311" y="2377"/>
                  </a:lnTo>
                  <a:lnTo>
                    <a:pt x="7334437" y="3394"/>
                  </a:lnTo>
                  <a:lnTo>
                    <a:pt x="7379382" y="4612"/>
                  </a:lnTo>
                  <a:lnTo>
                    <a:pt x="7424332" y="6035"/>
                  </a:lnTo>
                  <a:lnTo>
                    <a:pt x="7499649" y="8683"/>
                  </a:lnTo>
                  <a:lnTo>
                    <a:pt x="7532739" y="9693"/>
                  </a:lnTo>
                  <a:lnTo>
                    <a:pt x="7653242" y="12695"/>
                  </a:lnTo>
                  <a:lnTo>
                    <a:pt x="7749025" y="14633"/>
                  </a:lnTo>
                  <a:lnTo>
                    <a:pt x="7855069" y="16487"/>
                  </a:lnTo>
                  <a:lnTo>
                    <a:pt x="7969579" y="18225"/>
                  </a:lnTo>
                  <a:lnTo>
                    <a:pt x="8090756" y="19817"/>
                  </a:lnTo>
                  <a:lnTo>
                    <a:pt x="8216804" y="21232"/>
                  </a:lnTo>
                  <a:lnTo>
                    <a:pt x="8549158" y="24262"/>
                  </a:lnTo>
                  <a:lnTo>
                    <a:pt x="8634352" y="25144"/>
                  </a:lnTo>
                  <a:lnTo>
                    <a:pt x="8709766" y="26044"/>
                  </a:lnTo>
                  <a:lnTo>
                    <a:pt x="8776275" y="26990"/>
                  </a:lnTo>
                  <a:lnTo>
                    <a:pt x="8834753" y="28008"/>
                  </a:lnTo>
                  <a:lnTo>
                    <a:pt x="8886075" y="29126"/>
                  </a:lnTo>
                  <a:lnTo>
                    <a:pt x="8931118" y="30372"/>
                  </a:lnTo>
                  <a:lnTo>
                    <a:pt x="8970755" y="31772"/>
                  </a:lnTo>
                  <a:lnTo>
                    <a:pt x="9037315" y="35145"/>
                  </a:lnTo>
                  <a:lnTo>
                    <a:pt x="9092755" y="39465"/>
                  </a:lnTo>
                  <a:lnTo>
                    <a:pt x="9144077" y="44951"/>
                  </a:lnTo>
                  <a:lnTo>
                    <a:pt x="9228447" y="56843"/>
                  </a:lnTo>
                  <a:lnTo>
                    <a:pt x="9283112" y="67630"/>
                  </a:lnTo>
                  <a:lnTo>
                    <a:pt x="9334565" y="80680"/>
                  </a:lnTo>
                  <a:lnTo>
                    <a:pt x="9382998" y="96111"/>
                  </a:lnTo>
                  <a:lnTo>
                    <a:pt x="9428600" y="114044"/>
                  </a:lnTo>
                  <a:lnTo>
                    <a:pt x="9471562" y="134597"/>
                  </a:lnTo>
                  <a:lnTo>
                    <a:pt x="9512074" y="157890"/>
                  </a:lnTo>
                  <a:lnTo>
                    <a:pt x="9550327" y="184042"/>
                  </a:lnTo>
                  <a:lnTo>
                    <a:pt x="9586510" y="213174"/>
                  </a:lnTo>
                  <a:lnTo>
                    <a:pt x="9620814" y="245404"/>
                  </a:lnTo>
                  <a:lnTo>
                    <a:pt x="9653429" y="280852"/>
                  </a:lnTo>
                  <a:lnTo>
                    <a:pt x="9684545" y="319637"/>
                  </a:lnTo>
                  <a:lnTo>
                    <a:pt x="9714354" y="361879"/>
                  </a:lnTo>
                  <a:lnTo>
                    <a:pt x="9743044" y="407697"/>
                  </a:lnTo>
                  <a:lnTo>
                    <a:pt x="9771416" y="457144"/>
                  </a:lnTo>
                  <a:lnTo>
                    <a:pt x="9794075" y="500872"/>
                  </a:lnTo>
                  <a:lnTo>
                    <a:pt x="9813547" y="544537"/>
                  </a:lnTo>
                  <a:lnTo>
                    <a:pt x="9832353" y="593798"/>
                  </a:lnTo>
                  <a:lnTo>
                    <a:pt x="9853016" y="654310"/>
                  </a:lnTo>
                  <a:lnTo>
                    <a:pt x="9868452" y="702593"/>
                  </a:lnTo>
                  <a:lnTo>
                    <a:pt x="9883346" y="752122"/>
                  </a:lnTo>
                  <a:lnTo>
                    <a:pt x="9897638" y="802628"/>
                  </a:lnTo>
                  <a:lnTo>
                    <a:pt x="9911266" y="853841"/>
                  </a:lnTo>
                  <a:lnTo>
                    <a:pt x="9924169" y="905491"/>
                  </a:lnTo>
                  <a:lnTo>
                    <a:pt x="9936286" y="957307"/>
                  </a:lnTo>
                  <a:lnTo>
                    <a:pt x="9947556" y="1009021"/>
                  </a:lnTo>
                  <a:lnTo>
                    <a:pt x="9957918" y="1060362"/>
                  </a:lnTo>
                  <a:lnTo>
                    <a:pt x="9967312" y="1111059"/>
                  </a:lnTo>
                  <a:lnTo>
                    <a:pt x="9975676" y="1160845"/>
                  </a:lnTo>
                  <a:lnTo>
                    <a:pt x="9982949" y="1209447"/>
                  </a:lnTo>
                  <a:lnTo>
                    <a:pt x="9989070" y="1256597"/>
                  </a:lnTo>
                  <a:lnTo>
                    <a:pt x="9996766" y="1322742"/>
                  </a:lnTo>
                  <a:lnTo>
                    <a:pt x="10003524" y="1384423"/>
                  </a:lnTo>
                  <a:lnTo>
                    <a:pt x="10009370" y="1442121"/>
                  </a:lnTo>
                  <a:lnTo>
                    <a:pt x="10014329" y="1496318"/>
                  </a:lnTo>
                  <a:lnTo>
                    <a:pt x="10018426" y="1547493"/>
                  </a:lnTo>
                  <a:lnTo>
                    <a:pt x="10021687" y="1596129"/>
                  </a:lnTo>
                  <a:lnTo>
                    <a:pt x="10024137" y="1642705"/>
                  </a:lnTo>
                  <a:lnTo>
                    <a:pt x="10025801" y="1687704"/>
                  </a:lnTo>
                  <a:lnTo>
                    <a:pt x="10026705" y="1731605"/>
                  </a:lnTo>
                  <a:lnTo>
                    <a:pt x="10026873" y="1774890"/>
                  </a:lnTo>
                  <a:lnTo>
                    <a:pt x="10026331" y="1818040"/>
                  </a:lnTo>
                  <a:lnTo>
                    <a:pt x="10025105" y="1861536"/>
                  </a:lnTo>
                  <a:lnTo>
                    <a:pt x="10023220" y="1905858"/>
                  </a:lnTo>
                  <a:lnTo>
                    <a:pt x="10021615" y="1940402"/>
                  </a:lnTo>
                  <a:lnTo>
                    <a:pt x="10020017" y="1978459"/>
                  </a:lnTo>
                  <a:lnTo>
                    <a:pt x="10018433" y="2019720"/>
                  </a:lnTo>
                  <a:lnTo>
                    <a:pt x="10016870" y="2063877"/>
                  </a:lnTo>
                  <a:lnTo>
                    <a:pt x="10015336" y="2110620"/>
                  </a:lnTo>
                  <a:lnTo>
                    <a:pt x="10013838" y="2159642"/>
                  </a:lnTo>
                  <a:lnTo>
                    <a:pt x="10012383" y="2210633"/>
                  </a:lnTo>
                  <a:lnTo>
                    <a:pt x="10009630" y="2317291"/>
                  </a:lnTo>
                  <a:lnTo>
                    <a:pt x="10007136" y="2428125"/>
                  </a:lnTo>
                  <a:lnTo>
                    <a:pt x="10004957" y="2540667"/>
                  </a:lnTo>
                  <a:lnTo>
                    <a:pt x="10003152" y="2652449"/>
                  </a:lnTo>
                  <a:lnTo>
                    <a:pt x="10002408" y="2707283"/>
                  </a:lnTo>
                  <a:lnTo>
                    <a:pt x="10001778" y="2761001"/>
                  </a:lnTo>
                  <a:lnTo>
                    <a:pt x="10001270" y="2813294"/>
                  </a:lnTo>
                  <a:lnTo>
                    <a:pt x="10000287" y="2933627"/>
                  </a:lnTo>
                  <a:lnTo>
                    <a:pt x="9999385" y="2996529"/>
                  </a:lnTo>
                  <a:lnTo>
                    <a:pt x="9998176" y="3052927"/>
                  </a:lnTo>
                  <a:lnTo>
                    <a:pt x="9996648" y="3103189"/>
                  </a:lnTo>
                  <a:lnTo>
                    <a:pt x="9994789" y="3147683"/>
                  </a:lnTo>
                  <a:lnTo>
                    <a:pt x="9992589" y="3186777"/>
                  </a:lnTo>
                  <a:lnTo>
                    <a:pt x="9981321" y="3322899"/>
                  </a:lnTo>
                  <a:lnTo>
                    <a:pt x="9975654" y="3392475"/>
                  </a:lnTo>
                  <a:lnTo>
                    <a:pt x="9972580" y="3436017"/>
                  </a:lnTo>
                  <a:lnTo>
                    <a:pt x="9971645" y="3459978"/>
                  </a:lnTo>
                  <a:lnTo>
                    <a:pt x="9972393" y="3470810"/>
                  </a:lnTo>
                  <a:lnTo>
                    <a:pt x="9973767" y="3483004"/>
                  </a:lnTo>
                  <a:lnTo>
                    <a:pt x="9975737" y="3508313"/>
                  </a:lnTo>
                  <a:lnTo>
                    <a:pt x="9978042" y="3543039"/>
                  </a:lnTo>
                  <a:lnTo>
                    <a:pt x="9980417" y="3583484"/>
                  </a:lnTo>
                  <a:lnTo>
                    <a:pt x="9982469" y="3635367"/>
                  </a:lnTo>
                  <a:lnTo>
                    <a:pt x="9982788" y="3685917"/>
                  </a:lnTo>
                  <a:lnTo>
                    <a:pt x="9981329" y="3735345"/>
                  </a:lnTo>
                  <a:lnTo>
                    <a:pt x="9978047" y="3783860"/>
                  </a:lnTo>
                  <a:lnTo>
                    <a:pt x="9972897" y="3831673"/>
                  </a:lnTo>
                  <a:lnTo>
                    <a:pt x="9965835" y="3878993"/>
                  </a:lnTo>
                  <a:lnTo>
                    <a:pt x="9956815" y="3926031"/>
                  </a:lnTo>
                  <a:lnTo>
                    <a:pt x="9945792" y="3972997"/>
                  </a:lnTo>
                  <a:lnTo>
                    <a:pt x="9932723" y="4020101"/>
                  </a:lnTo>
                  <a:lnTo>
                    <a:pt x="9917562" y="4067553"/>
                  </a:lnTo>
                  <a:lnTo>
                    <a:pt x="9900265" y="4115564"/>
                  </a:lnTo>
                  <a:lnTo>
                    <a:pt x="9880786" y="4164343"/>
                  </a:lnTo>
                  <a:lnTo>
                    <a:pt x="9859081" y="4214101"/>
                  </a:lnTo>
                  <a:lnTo>
                    <a:pt x="9835104" y="4265047"/>
                  </a:lnTo>
                  <a:lnTo>
                    <a:pt x="9809961" y="4312224"/>
                  </a:lnTo>
                  <a:lnTo>
                    <a:pt x="9783192" y="4352113"/>
                  </a:lnTo>
                  <a:lnTo>
                    <a:pt x="9751375" y="4389213"/>
                  </a:lnTo>
                  <a:lnTo>
                    <a:pt x="9711086" y="4428025"/>
                  </a:lnTo>
                  <a:lnTo>
                    <a:pt x="9671188" y="4463025"/>
                  </a:lnTo>
                  <a:lnTo>
                    <a:pt x="9634990" y="4492028"/>
                  </a:lnTo>
                  <a:lnTo>
                    <a:pt x="9598093" y="4517906"/>
                  </a:lnTo>
                  <a:lnTo>
                    <a:pt x="9556098" y="4543530"/>
                  </a:lnTo>
                  <a:lnTo>
                    <a:pt x="9504605" y="4571772"/>
                  </a:lnTo>
                  <a:lnTo>
                    <a:pt x="9439215" y="4605504"/>
                  </a:lnTo>
                  <a:lnTo>
                    <a:pt x="9393793" y="4627819"/>
                  </a:lnTo>
                  <a:lnTo>
                    <a:pt x="9358308" y="4642510"/>
                  </a:lnTo>
                  <a:lnTo>
                    <a:pt x="9321487" y="4653596"/>
                  </a:lnTo>
                  <a:lnTo>
                    <a:pt x="9272057" y="4665097"/>
                  </a:lnTo>
                  <a:lnTo>
                    <a:pt x="9233608" y="4673265"/>
                  </a:lnTo>
                  <a:lnTo>
                    <a:pt x="9193609" y="4681317"/>
                  </a:lnTo>
                  <a:lnTo>
                    <a:pt x="9127884" y="4693362"/>
                  </a:lnTo>
                  <a:lnTo>
                    <a:pt x="9102306" y="4697547"/>
                  </a:lnTo>
                  <a:lnTo>
                    <a:pt x="9074549" y="4702233"/>
                  </a:lnTo>
                  <a:lnTo>
                    <a:pt x="9047962" y="4706847"/>
                  </a:lnTo>
                  <a:lnTo>
                    <a:pt x="9025890" y="4710816"/>
                  </a:lnTo>
                  <a:lnTo>
                    <a:pt x="9000656" y="4714268"/>
                  </a:lnTo>
                  <a:lnTo>
                    <a:pt x="8967181" y="4717047"/>
                  </a:lnTo>
                  <a:lnTo>
                    <a:pt x="8928353" y="4718968"/>
                  </a:lnTo>
                  <a:lnTo>
                    <a:pt x="8887064" y="4719843"/>
                  </a:lnTo>
                  <a:lnTo>
                    <a:pt x="8844055" y="4720530"/>
                  </a:lnTo>
                  <a:lnTo>
                    <a:pt x="8796065" y="4721920"/>
                  </a:lnTo>
                  <a:lnTo>
                    <a:pt x="8748953" y="4723810"/>
                  </a:lnTo>
                  <a:lnTo>
                    <a:pt x="8708573" y="4725998"/>
                  </a:lnTo>
                  <a:lnTo>
                    <a:pt x="8694579" y="4726672"/>
                  </a:lnTo>
                  <a:lnTo>
                    <a:pt x="8644322" y="4728149"/>
                  </a:lnTo>
                  <a:lnTo>
                    <a:pt x="8521236" y="4730566"/>
                  </a:lnTo>
                  <a:lnTo>
                    <a:pt x="8413575" y="4732216"/>
                  </a:lnTo>
                  <a:lnTo>
                    <a:pt x="8290389" y="4733821"/>
                  </a:lnTo>
                  <a:lnTo>
                    <a:pt x="8155929" y="4735316"/>
                  </a:lnTo>
                  <a:lnTo>
                    <a:pt x="8014444" y="4736637"/>
                  </a:lnTo>
                  <a:lnTo>
                    <a:pt x="5169077" y="4759964"/>
                  </a:lnTo>
                  <a:lnTo>
                    <a:pt x="4942991" y="4762015"/>
                  </a:lnTo>
                  <a:lnTo>
                    <a:pt x="4756920" y="4764034"/>
                  </a:lnTo>
                  <a:lnTo>
                    <a:pt x="4661600" y="4765287"/>
                  </a:lnTo>
                  <a:lnTo>
                    <a:pt x="4593813" y="4766412"/>
                  </a:lnTo>
                  <a:lnTo>
                    <a:pt x="4546970" y="4768163"/>
                  </a:lnTo>
                  <a:lnTo>
                    <a:pt x="4532664" y="4768579"/>
                  </a:lnTo>
                  <a:lnTo>
                    <a:pt x="4441132" y="4769871"/>
                  </a:lnTo>
                  <a:lnTo>
                    <a:pt x="4344940" y="4770727"/>
                  </a:lnTo>
                  <a:lnTo>
                    <a:pt x="4225601" y="4771540"/>
                  </a:lnTo>
                  <a:lnTo>
                    <a:pt x="4012541" y="4772606"/>
                  </a:lnTo>
                  <a:lnTo>
                    <a:pt x="3799034" y="4773345"/>
                  </a:lnTo>
                  <a:lnTo>
                    <a:pt x="3571678" y="4774367"/>
                  </a:lnTo>
                  <a:lnTo>
                    <a:pt x="3343932" y="4775791"/>
                  </a:lnTo>
                  <a:lnTo>
                    <a:pt x="3130948" y="4777499"/>
                  </a:lnTo>
                  <a:lnTo>
                    <a:pt x="2947879" y="4779373"/>
                  </a:lnTo>
                  <a:lnTo>
                    <a:pt x="2839326" y="4780817"/>
                  </a:lnTo>
                  <a:lnTo>
                    <a:pt x="2536267" y="4785926"/>
                  </a:lnTo>
                  <a:lnTo>
                    <a:pt x="2406682" y="4787894"/>
                  </a:lnTo>
                  <a:lnTo>
                    <a:pt x="2354118" y="4788569"/>
                  </a:lnTo>
                  <a:lnTo>
                    <a:pt x="2308097" y="4789049"/>
                  </a:lnTo>
                  <a:lnTo>
                    <a:pt x="2267414" y="4789344"/>
                  </a:lnTo>
                  <a:lnTo>
                    <a:pt x="2230863" y="4789461"/>
                  </a:lnTo>
                  <a:close/>
                </a:path>
              </a:pathLst>
            </a:custGeom>
            <a:solidFill>
              <a:srgbClr val="FFD4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9135072"/>
              <a:ext cx="18287997" cy="1151889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3026427" y="8511234"/>
              <a:ext cx="3143250" cy="1557020"/>
            </a:xfrm>
            <a:custGeom>
              <a:avLst/>
              <a:gdLst/>
              <a:ahLst/>
              <a:cxnLst/>
              <a:rect l="l" t="t" r="r" b="b"/>
              <a:pathLst>
                <a:path w="3143250" h="1557020">
                  <a:moveTo>
                    <a:pt x="447890" y="515048"/>
                  </a:moveTo>
                  <a:lnTo>
                    <a:pt x="437502" y="459905"/>
                  </a:lnTo>
                  <a:lnTo>
                    <a:pt x="400113" y="414401"/>
                  </a:lnTo>
                  <a:lnTo>
                    <a:pt x="337261" y="386816"/>
                  </a:lnTo>
                  <a:lnTo>
                    <a:pt x="296786" y="382320"/>
                  </a:lnTo>
                  <a:lnTo>
                    <a:pt x="250520" y="385419"/>
                  </a:lnTo>
                  <a:lnTo>
                    <a:pt x="188302" y="397230"/>
                  </a:lnTo>
                  <a:lnTo>
                    <a:pt x="135864" y="411073"/>
                  </a:lnTo>
                  <a:lnTo>
                    <a:pt x="92367" y="427774"/>
                  </a:lnTo>
                  <a:lnTo>
                    <a:pt x="57607" y="448919"/>
                  </a:lnTo>
                  <a:lnTo>
                    <a:pt x="13119" y="500494"/>
                  </a:lnTo>
                  <a:lnTo>
                    <a:pt x="0" y="557542"/>
                  </a:lnTo>
                  <a:lnTo>
                    <a:pt x="4445" y="585533"/>
                  </a:lnTo>
                  <a:lnTo>
                    <a:pt x="33858" y="635342"/>
                  </a:lnTo>
                  <a:lnTo>
                    <a:pt x="88607" y="670001"/>
                  </a:lnTo>
                  <a:lnTo>
                    <a:pt x="166293" y="681278"/>
                  </a:lnTo>
                  <a:lnTo>
                    <a:pt x="212979" y="675576"/>
                  </a:lnTo>
                  <a:lnTo>
                    <a:pt x="257873" y="665924"/>
                  </a:lnTo>
                  <a:lnTo>
                    <a:pt x="301459" y="655548"/>
                  </a:lnTo>
                  <a:lnTo>
                    <a:pt x="345503" y="640765"/>
                  </a:lnTo>
                  <a:lnTo>
                    <a:pt x="381431" y="621144"/>
                  </a:lnTo>
                  <a:lnTo>
                    <a:pt x="429717" y="571563"/>
                  </a:lnTo>
                  <a:lnTo>
                    <a:pt x="447890" y="515048"/>
                  </a:lnTo>
                  <a:close/>
                </a:path>
                <a:path w="3143250" h="1557020">
                  <a:moveTo>
                    <a:pt x="996924" y="116357"/>
                  </a:moveTo>
                  <a:lnTo>
                    <a:pt x="977938" y="55880"/>
                  </a:lnTo>
                  <a:lnTo>
                    <a:pt x="937564" y="15671"/>
                  </a:lnTo>
                  <a:lnTo>
                    <a:pt x="883043" y="0"/>
                  </a:lnTo>
                  <a:lnTo>
                    <a:pt x="852754" y="2705"/>
                  </a:lnTo>
                  <a:lnTo>
                    <a:pt x="790613" y="31864"/>
                  </a:lnTo>
                  <a:lnTo>
                    <a:pt x="760590" y="59385"/>
                  </a:lnTo>
                  <a:lnTo>
                    <a:pt x="732472" y="96253"/>
                  </a:lnTo>
                  <a:lnTo>
                    <a:pt x="700430" y="150850"/>
                  </a:lnTo>
                  <a:lnTo>
                    <a:pt x="676351" y="199453"/>
                  </a:lnTo>
                  <a:lnTo>
                    <a:pt x="660298" y="243192"/>
                  </a:lnTo>
                  <a:lnTo>
                    <a:pt x="653351" y="283286"/>
                  </a:lnTo>
                  <a:lnTo>
                    <a:pt x="654532" y="319278"/>
                  </a:lnTo>
                  <a:lnTo>
                    <a:pt x="677443" y="377164"/>
                  </a:lnTo>
                  <a:lnTo>
                    <a:pt x="721207" y="413232"/>
                  </a:lnTo>
                  <a:lnTo>
                    <a:pt x="778052" y="423862"/>
                  </a:lnTo>
                  <a:lnTo>
                    <a:pt x="808939" y="418515"/>
                  </a:lnTo>
                  <a:lnTo>
                    <a:pt x="870788" y="384238"/>
                  </a:lnTo>
                  <a:lnTo>
                    <a:pt x="899807" y="354393"/>
                  </a:lnTo>
                  <a:lnTo>
                    <a:pt x="926236" y="315493"/>
                  </a:lnTo>
                  <a:lnTo>
                    <a:pt x="948499" y="275348"/>
                  </a:lnTo>
                  <a:lnTo>
                    <a:pt x="969391" y="235686"/>
                  </a:lnTo>
                  <a:lnTo>
                    <a:pt x="987247" y="192811"/>
                  </a:lnTo>
                  <a:lnTo>
                    <a:pt x="996111" y="152844"/>
                  </a:lnTo>
                  <a:lnTo>
                    <a:pt x="996924" y="116357"/>
                  </a:lnTo>
                  <a:close/>
                </a:path>
                <a:path w="3143250" h="1557020">
                  <a:moveTo>
                    <a:pt x="1087551" y="977671"/>
                  </a:moveTo>
                  <a:lnTo>
                    <a:pt x="1068209" y="920292"/>
                  </a:lnTo>
                  <a:lnTo>
                    <a:pt x="1018743" y="869759"/>
                  </a:lnTo>
                  <a:lnTo>
                    <a:pt x="982268" y="849693"/>
                  </a:lnTo>
                  <a:lnTo>
                    <a:pt x="937742" y="834529"/>
                  </a:lnTo>
                  <a:lnTo>
                    <a:pt x="893127" y="823709"/>
                  </a:lnTo>
                  <a:lnTo>
                    <a:pt x="849337" y="814108"/>
                  </a:lnTo>
                  <a:lnTo>
                    <a:pt x="803262" y="808266"/>
                  </a:lnTo>
                  <a:lnTo>
                    <a:pt x="762393" y="810298"/>
                  </a:lnTo>
                  <a:lnTo>
                    <a:pt x="697344" y="833945"/>
                  </a:lnTo>
                  <a:lnTo>
                    <a:pt x="656399" y="876922"/>
                  </a:lnTo>
                  <a:lnTo>
                    <a:pt x="641769" y="931100"/>
                  </a:lnTo>
                  <a:lnTo>
                    <a:pt x="644994" y="959840"/>
                  </a:lnTo>
                  <a:lnTo>
                    <a:pt x="673963" y="1015568"/>
                  </a:lnTo>
                  <a:lnTo>
                    <a:pt x="734733" y="1062164"/>
                  </a:lnTo>
                  <a:lnTo>
                    <a:pt x="777735" y="1079512"/>
                  </a:lnTo>
                  <a:lnTo>
                    <a:pt x="838885" y="1095908"/>
                  </a:lnTo>
                  <a:lnTo>
                    <a:pt x="892124" y="1106233"/>
                  </a:lnTo>
                  <a:lnTo>
                    <a:pt x="938555" y="1110119"/>
                  </a:lnTo>
                  <a:lnTo>
                    <a:pt x="979055" y="1106182"/>
                  </a:lnTo>
                  <a:lnTo>
                    <a:pt x="1041565" y="1079093"/>
                  </a:lnTo>
                  <a:lnTo>
                    <a:pt x="1078191" y="1033437"/>
                  </a:lnTo>
                  <a:lnTo>
                    <a:pt x="1087551" y="977671"/>
                  </a:lnTo>
                  <a:close/>
                </a:path>
                <a:path w="3143250" h="1557020">
                  <a:moveTo>
                    <a:pt x="1694116" y="1268044"/>
                  </a:moveTo>
                  <a:lnTo>
                    <a:pt x="1682915" y="1213002"/>
                  </a:lnTo>
                  <a:lnTo>
                    <a:pt x="1651508" y="1169060"/>
                  </a:lnTo>
                  <a:lnTo>
                    <a:pt x="1603603" y="1140383"/>
                  </a:lnTo>
                  <a:lnTo>
                    <a:pt x="1542872" y="1131138"/>
                  </a:lnTo>
                  <a:lnTo>
                    <a:pt x="1508848" y="1135100"/>
                  </a:lnTo>
                  <a:lnTo>
                    <a:pt x="1435823" y="1162812"/>
                  </a:lnTo>
                  <a:lnTo>
                    <a:pt x="1397723" y="1187602"/>
                  </a:lnTo>
                  <a:lnTo>
                    <a:pt x="1355420" y="1219936"/>
                  </a:lnTo>
                  <a:lnTo>
                    <a:pt x="1314831" y="1252410"/>
                  </a:lnTo>
                  <a:lnTo>
                    <a:pt x="1280198" y="1284973"/>
                  </a:lnTo>
                  <a:lnTo>
                    <a:pt x="1253985" y="1318437"/>
                  </a:lnTo>
                  <a:lnTo>
                    <a:pt x="1235710" y="1352143"/>
                  </a:lnTo>
                  <a:lnTo>
                    <a:pt x="1221041" y="1417624"/>
                  </a:lnTo>
                  <a:lnTo>
                    <a:pt x="1223695" y="1448079"/>
                  </a:lnTo>
                  <a:lnTo>
                    <a:pt x="1246581" y="1501076"/>
                  </a:lnTo>
                  <a:lnTo>
                    <a:pt x="1289697" y="1539125"/>
                  </a:lnTo>
                  <a:lnTo>
                    <a:pt x="1349197" y="1556918"/>
                  </a:lnTo>
                  <a:lnTo>
                    <a:pt x="1383893" y="1556562"/>
                  </a:lnTo>
                  <a:lnTo>
                    <a:pt x="1460792" y="1534045"/>
                  </a:lnTo>
                  <a:lnTo>
                    <a:pt x="1502029" y="1510550"/>
                  </a:lnTo>
                  <a:lnTo>
                    <a:pt x="1537093" y="1485988"/>
                  </a:lnTo>
                  <a:lnTo>
                    <a:pt x="1585582" y="1447634"/>
                  </a:lnTo>
                  <a:lnTo>
                    <a:pt x="1641182" y="1394764"/>
                  </a:lnTo>
                  <a:lnTo>
                    <a:pt x="1664995" y="1362303"/>
                  </a:lnTo>
                  <a:lnTo>
                    <a:pt x="1690992" y="1298422"/>
                  </a:lnTo>
                  <a:lnTo>
                    <a:pt x="1694116" y="1268044"/>
                  </a:lnTo>
                  <a:close/>
                </a:path>
                <a:path w="3143250" h="1557020">
                  <a:moveTo>
                    <a:pt x="1817141" y="609892"/>
                  </a:moveTo>
                  <a:lnTo>
                    <a:pt x="1801355" y="543052"/>
                  </a:lnTo>
                  <a:lnTo>
                    <a:pt x="1784515" y="508292"/>
                  </a:lnTo>
                  <a:lnTo>
                    <a:pt x="1761197" y="473227"/>
                  </a:lnTo>
                  <a:lnTo>
                    <a:pt x="1731048" y="438251"/>
                  </a:lnTo>
                  <a:lnTo>
                    <a:pt x="1688731" y="395554"/>
                  </a:lnTo>
                  <a:lnTo>
                    <a:pt x="1646542" y="354761"/>
                  </a:lnTo>
                  <a:lnTo>
                    <a:pt x="1609686" y="323977"/>
                  </a:lnTo>
                  <a:lnTo>
                    <a:pt x="1572933" y="300799"/>
                  </a:lnTo>
                  <a:lnTo>
                    <a:pt x="1536763" y="284784"/>
                  </a:lnTo>
                  <a:lnTo>
                    <a:pt x="1468031" y="272453"/>
                  </a:lnTo>
                  <a:lnTo>
                    <a:pt x="1436408" y="275247"/>
                  </a:lnTo>
                  <a:lnTo>
                    <a:pt x="1381036" y="296532"/>
                  </a:lnTo>
                  <a:lnTo>
                    <a:pt x="1339316" y="335813"/>
                  </a:lnTo>
                  <a:lnTo>
                    <a:pt x="1315008" y="389496"/>
                  </a:lnTo>
                  <a:lnTo>
                    <a:pt x="1310563" y="420636"/>
                  </a:lnTo>
                  <a:lnTo>
                    <a:pt x="1311897" y="454050"/>
                  </a:lnTo>
                  <a:lnTo>
                    <a:pt x="1333779" y="525919"/>
                  </a:lnTo>
                  <a:lnTo>
                    <a:pt x="1355267" y="563486"/>
                  </a:lnTo>
                  <a:lnTo>
                    <a:pt x="1384427" y="601548"/>
                  </a:lnTo>
                  <a:lnTo>
                    <a:pt x="1416964" y="637311"/>
                  </a:lnTo>
                  <a:lnTo>
                    <a:pt x="1466900" y="686079"/>
                  </a:lnTo>
                  <a:lnTo>
                    <a:pt x="1529905" y="737908"/>
                  </a:lnTo>
                  <a:lnTo>
                    <a:pt x="1565617" y="758786"/>
                  </a:lnTo>
                  <a:lnTo>
                    <a:pt x="1633956" y="780948"/>
                  </a:lnTo>
                  <a:lnTo>
                    <a:pt x="1665833" y="783069"/>
                  </a:lnTo>
                  <a:lnTo>
                    <a:pt x="1695678" y="779792"/>
                  </a:lnTo>
                  <a:lnTo>
                    <a:pt x="1747812" y="758723"/>
                  </a:lnTo>
                  <a:lnTo>
                    <a:pt x="1787410" y="721118"/>
                  </a:lnTo>
                  <a:lnTo>
                    <a:pt x="1811502" y="670382"/>
                  </a:lnTo>
                  <a:lnTo>
                    <a:pt x="1817141" y="609892"/>
                  </a:lnTo>
                  <a:close/>
                </a:path>
                <a:path w="3143250" h="1557020">
                  <a:moveTo>
                    <a:pt x="2432583" y="1050912"/>
                  </a:moveTo>
                  <a:lnTo>
                    <a:pt x="2431173" y="1005128"/>
                  </a:lnTo>
                  <a:lnTo>
                    <a:pt x="2424620" y="964272"/>
                  </a:lnTo>
                  <a:lnTo>
                    <a:pt x="2398344" y="897420"/>
                  </a:lnTo>
                  <a:lnTo>
                    <a:pt x="2358263" y="850468"/>
                  </a:lnTo>
                  <a:lnTo>
                    <a:pt x="2308872" y="823569"/>
                  </a:lnTo>
                  <a:lnTo>
                    <a:pt x="2254681" y="816864"/>
                  </a:lnTo>
                  <a:lnTo>
                    <a:pt x="2227186" y="821118"/>
                  </a:lnTo>
                  <a:lnTo>
                    <a:pt x="2174214" y="844918"/>
                  </a:lnTo>
                  <a:lnTo>
                    <a:pt x="2127681" y="889254"/>
                  </a:lnTo>
                  <a:lnTo>
                    <a:pt x="2092083" y="954227"/>
                  </a:lnTo>
                  <a:lnTo>
                    <a:pt x="2079790" y="994498"/>
                  </a:lnTo>
                  <a:lnTo>
                    <a:pt x="2071928" y="1039990"/>
                  </a:lnTo>
                  <a:lnTo>
                    <a:pt x="2065820" y="1099820"/>
                  </a:lnTo>
                  <a:lnTo>
                    <a:pt x="2061133" y="1158316"/>
                  </a:lnTo>
                  <a:lnTo>
                    <a:pt x="2060740" y="1206322"/>
                  </a:lnTo>
                  <a:lnTo>
                    <a:pt x="2066175" y="1249438"/>
                  </a:lnTo>
                  <a:lnTo>
                    <a:pt x="2076767" y="1287551"/>
                  </a:lnTo>
                  <a:lnTo>
                    <a:pt x="2110879" y="1348486"/>
                  </a:lnTo>
                  <a:lnTo>
                    <a:pt x="2157946" y="1388465"/>
                  </a:lnTo>
                  <a:lnTo>
                    <a:pt x="2212810" y="1406817"/>
                  </a:lnTo>
                  <a:lnTo>
                    <a:pt x="2241562" y="1407693"/>
                  </a:lnTo>
                  <a:lnTo>
                    <a:pt x="2270328" y="1402905"/>
                  </a:lnTo>
                  <a:lnTo>
                    <a:pt x="2325357" y="1376032"/>
                  </a:lnTo>
                  <a:lnTo>
                    <a:pt x="2372741" y="1325562"/>
                  </a:lnTo>
                  <a:lnTo>
                    <a:pt x="2391956" y="1291259"/>
                  </a:lnTo>
                  <a:lnTo>
                    <a:pt x="2407335" y="1250810"/>
                  </a:lnTo>
                  <a:lnTo>
                    <a:pt x="2418219" y="1204125"/>
                  </a:lnTo>
                  <a:lnTo>
                    <a:pt x="2425154" y="1156246"/>
                  </a:lnTo>
                  <a:lnTo>
                    <a:pt x="2431110" y="1086700"/>
                  </a:lnTo>
                  <a:lnTo>
                    <a:pt x="2432583" y="1050912"/>
                  </a:lnTo>
                  <a:close/>
                </a:path>
                <a:path w="3143250" h="1557020">
                  <a:moveTo>
                    <a:pt x="2576258" y="402882"/>
                  </a:moveTo>
                  <a:lnTo>
                    <a:pt x="2567343" y="339242"/>
                  </a:lnTo>
                  <a:lnTo>
                    <a:pt x="2535275" y="272440"/>
                  </a:lnTo>
                  <a:lnTo>
                    <a:pt x="2509710" y="238975"/>
                  </a:lnTo>
                  <a:lnTo>
                    <a:pt x="2477325" y="206070"/>
                  </a:lnTo>
                  <a:lnTo>
                    <a:pt x="2432278" y="166243"/>
                  </a:lnTo>
                  <a:lnTo>
                    <a:pt x="2387460" y="128358"/>
                  </a:lnTo>
                  <a:lnTo>
                    <a:pt x="2348661" y="100063"/>
                  </a:lnTo>
                  <a:lnTo>
                    <a:pt x="2310473" y="79349"/>
                  </a:lnTo>
                  <a:lnTo>
                    <a:pt x="2273325" y="65747"/>
                  </a:lnTo>
                  <a:lnTo>
                    <a:pt x="2203932" y="57962"/>
                  </a:lnTo>
                  <a:lnTo>
                    <a:pt x="2172576" y="62839"/>
                  </a:lnTo>
                  <a:lnTo>
                    <a:pt x="2118728" y="87731"/>
                  </a:lnTo>
                  <a:lnTo>
                    <a:pt x="2079675" y="129654"/>
                  </a:lnTo>
                  <a:lnTo>
                    <a:pt x="2058962" y="184835"/>
                  </a:lnTo>
                  <a:lnTo>
                    <a:pt x="2056587" y="216192"/>
                  </a:lnTo>
                  <a:lnTo>
                    <a:pt x="2060117" y="249453"/>
                  </a:lnTo>
                  <a:lnTo>
                    <a:pt x="2086673" y="319709"/>
                  </a:lnTo>
                  <a:lnTo>
                    <a:pt x="2110587" y="355777"/>
                  </a:lnTo>
                  <a:lnTo>
                    <a:pt x="2142185" y="391820"/>
                  </a:lnTo>
                  <a:lnTo>
                    <a:pt x="2177021" y="425373"/>
                  </a:lnTo>
                  <a:lnTo>
                    <a:pt x="2230056" y="470750"/>
                  </a:lnTo>
                  <a:lnTo>
                    <a:pt x="2296312" y="518350"/>
                  </a:lnTo>
                  <a:lnTo>
                    <a:pt x="2333345" y="536829"/>
                  </a:lnTo>
                  <a:lnTo>
                    <a:pt x="2402992" y="554431"/>
                  </a:lnTo>
                  <a:lnTo>
                    <a:pt x="2434933" y="554456"/>
                  </a:lnTo>
                  <a:lnTo>
                    <a:pt x="2464498" y="549224"/>
                  </a:lnTo>
                  <a:lnTo>
                    <a:pt x="2515146" y="524764"/>
                  </a:lnTo>
                  <a:lnTo>
                    <a:pt x="2552179" y="484632"/>
                  </a:lnTo>
                  <a:lnTo>
                    <a:pt x="2572880" y="432409"/>
                  </a:lnTo>
                  <a:lnTo>
                    <a:pt x="2576258" y="402882"/>
                  </a:lnTo>
                  <a:close/>
                </a:path>
                <a:path w="3143250" h="1557020">
                  <a:moveTo>
                    <a:pt x="3142958" y="967003"/>
                  </a:moveTo>
                  <a:lnTo>
                    <a:pt x="3132569" y="911860"/>
                  </a:lnTo>
                  <a:lnTo>
                    <a:pt x="3095180" y="866368"/>
                  </a:lnTo>
                  <a:lnTo>
                    <a:pt x="3032341" y="838784"/>
                  </a:lnTo>
                  <a:lnTo>
                    <a:pt x="2991866" y="834301"/>
                  </a:lnTo>
                  <a:lnTo>
                    <a:pt x="2945612" y="837399"/>
                  </a:lnTo>
                  <a:lnTo>
                    <a:pt x="2883395" y="849210"/>
                  </a:lnTo>
                  <a:lnTo>
                    <a:pt x="2830957" y="863053"/>
                  </a:lnTo>
                  <a:lnTo>
                    <a:pt x="2787446" y="879754"/>
                  </a:lnTo>
                  <a:lnTo>
                    <a:pt x="2752699" y="900912"/>
                  </a:lnTo>
                  <a:lnTo>
                    <a:pt x="2708211" y="952474"/>
                  </a:lnTo>
                  <a:lnTo>
                    <a:pt x="2695079" y="1009523"/>
                  </a:lnTo>
                  <a:lnTo>
                    <a:pt x="2699524" y="1037526"/>
                  </a:lnTo>
                  <a:lnTo>
                    <a:pt x="2728938" y="1087323"/>
                  </a:lnTo>
                  <a:lnTo>
                    <a:pt x="2783687" y="1121981"/>
                  </a:lnTo>
                  <a:lnTo>
                    <a:pt x="2861373" y="1133271"/>
                  </a:lnTo>
                  <a:lnTo>
                    <a:pt x="2908071" y="1127556"/>
                  </a:lnTo>
                  <a:lnTo>
                    <a:pt x="2952953" y="1117904"/>
                  </a:lnTo>
                  <a:lnTo>
                    <a:pt x="2996539" y="1107490"/>
                  </a:lnTo>
                  <a:lnTo>
                    <a:pt x="3040583" y="1092708"/>
                  </a:lnTo>
                  <a:lnTo>
                    <a:pt x="3076498" y="1073099"/>
                  </a:lnTo>
                  <a:lnTo>
                    <a:pt x="3124784" y="1023505"/>
                  </a:lnTo>
                  <a:lnTo>
                    <a:pt x="3142958" y="96700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8386381" y="3106827"/>
            <a:ext cx="424815" cy="450533"/>
          </a:xfrm>
          <a:custGeom>
            <a:avLst/>
            <a:gdLst/>
            <a:ahLst/>
            <a:cxnLst/>
            <a:rect l="l" t="t" r="r" b="b"/>
            <a:pathLst>
              <a:path w="566420" h="600710">
                <a:moveTo>
                  <a:pt x="271724" y="600159"/>
                </a:moveTo>
                <a:lnTo>
                  <a:pt x="251966" y="580893"/>
                </a:lnTo>
                <a:lnTo>
                  <a:pt x="234180" y="542853"/>
                </a:lnTo>
                <a:lnTo>
                  <a:pt x="215026" y="505690"/>
                </a:lnTo>
                <a:lnTo>
                  <a:pt x="193294" y="470114"/>
                </a:lnTo>
                <a:lnTo>
                  <a:pt x="167777" y="436833"/>
                </a:lnTo>
                <a:lnTo>
                  <a:pt x="117091" y="388586"/>
                </a:lnTo>
                <a:lnTo>
                  <a:pt x="51216" y="376063"/>
                </a:lnTo>
                <a:lnTo>
                  <a:pt x="15543" y="363894"/>
                </a:lnTo>
                <a:lnTo>
                  <a:pt x="0" y="330655"/>
                </a:lnTo>
                <a:lnTo>
                  <a:pt x="6535" y="294040"/>
                </a:lnTo>
                <a:lnTo>
                  <a:pt x="37098" y="271742"/>
                </a:lnTo>
                <a:lnTo>
                  <a:pt x="52083" y="265897"/>
                </a:lnTo>
                <a:lnTo>
                  <a:pt x="69006" y="255953"/>
                </a:lnTo>
                <a:lnTo>
                  <a:pt x="115211" y="223169"/>
                </a:lnTo>
                <a:lnTo>
                  <a:pt x="142129" y="194751"/>
                </a:lnTo>
                <a:lnTo>
                  <a:pt x="175789" y="149321"/>
                </a:lnTo>
                <a:lnTo>
                  <a:pt x="200408" y="82915"/>
                </a:lnTo>
                <a:lnTo>
                  <a:pt x="209250" y="47949"/>
                </a:lnTo>
                <a:lnTo>
                  <a:pt x="209138" y="47459"/>
                </a:lnTo>
                <a:lnTo>
                  <a:pt x="209093" y="46941"/>
                </a:lnTo>
                <a:lnTo>
                  <a:pt x="208947" y="46472"/>
                </a:lnTo>
                <a:lnTo>
                  <a:pt x="209946" y="20651"/>
                </a:lnTo>
                <a:lnTo>
                  <a:pt x="226093" y="4499"/>
                </a:lnTo>
                <a:lnTo>
                  <a:pt x="249696" y="0"/>
                </a:lnTo>
                <a:lnTo>
                  <a:pt x="273064" y="9138"/>
                </a:lnTo>
                <a:lnTo>
                  <a:pt x="285882" y="22143"/>
                </a:lnTo>
                <a:lnTo>
                  <a:pt x="297085" y="37907"/>
                </a:lnTo>
                <a:lnTo>
                  <a:pt x="307021" y="54702"/>
                </a:lnTo>
                <a:lnTo>
                  <a:pt x="316037" y="70797"/>
                </a:lnTo>
                <a:lnTo>
                  <a:pt x="328979" y="93587"/>
                </a:lnTo>
                <a:lnTo>
                  <a:pt x="355870" y="138278"/>
                </a:lnTo>
                <a:lnTo>
                  <a:pt x="405454" y="195058"/>
                </a:lnTo>
                <a:lnTo>
                  <a:pt x="444242" y="218454"/>
                </a:lnTo>
                <a:lnTo>
                  <a:pt x="486884" y="235138"/>
                </a:lnTo>
                <a:lnTo>
                  <a:pt x="532941" y="250235"/>
                </a:lnTo>
                <a:lnTo>
                  <a:pt x="553858" y="263585"/>
                </a:lnTo>
                <a:lnTo>
                  <a:pt x="565628" y="284068"/>
                </a:lnTo>
                <a:lnTo>
                  <a:pt x="566267" y="307373"/>
                </a:lnTo>
                <a:lnTo>
                  <a:pt x="553792" y="329188"/>
                </a:lnTo>
                <a:lnTo>
                  <a:pt x="539570" y="340329"/>
                </a:lnTo>
                <a:lnTo>
                  <a:pt x="524126" y="348267"/>
                </a:lnTo>
                <a:lnTo>
                  <a:pt x="507946" y="354979"/>
                </a:lnTo>
                <a:lnTo>
                  <a:pt x="491517" y="362443"/>
                </a:lnTo>
                <a:lnTo>
                  <a:pt x="452526" y="385752"/>
                </a:lnTo>
                <a:lnTo>
                  <a:pt x="417238" y="414151"/>
                </a:lnTo>
                <a:lnTo>
                  <a:pt x="389708" y="444015"/>
                </a:lnTo>
                <a:lnTo>
                  <a:pt x="362182" y="480750"/>
                </a:lnTo>
                <a:lnTo>
                  <a:pt x="340392" y="520584"/>
                </a:lnTo>
                <a:lnTo>
                  <a:pt x="330071" y="559743"/>
                </a:lnTo>
                <a:lnTo>
                  <a:pt x="319387" y="584570"/>
                </a:lnTo>
                <a:lnTo>
                  <a:pt x="297068" y="599714"/>
                </a:lnTo>
                <a:lnTo>
                  <a:pt x="271724" y="600159"/>
                </a:lnTo>
                <a:close/>
              </a:path>
            </a:pathLst>
          </a:custGeom>
          <a:solidFill>
            <a:srgbClr val="4E604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456489" y="3806923"/>
            <a:ext cx="284798" cy="301943"/>
          </a:xfrm>
          <a:custGeom>
            <a:avLst/>
            <a:gdLst/>
            <a:ahLst/>
            <a:cxnLst/>
            <a:rect l="l" t="t" r="r" b="b"/>
            <a:pathLst>
              <a:path w="379729" h="402589">
                <a:moveTo>
                  <a:pt x="182123" y="402255"/>
                </a:moveTo>
                <a:lnTo>
                  <a:pt x="168881" y="389344"/>
                </a:lnTo>
                <a:lnTo>
                  <a:pt x="156958" y="363846"/>
                </a:lnTo>
                <a:lnTo>
                  <a:pt x="144118" y="338937"/>
                </a:lnTo>
                <a:lnTo>
                  <a:pt x="112450" y="292786"/>
                </a:lnTo>
                <a:lnTo>
                  <a:pt x="78478" y="260446"/>
                </a:lnTo>
                <a:lnTo>
                  <a:pt x="34324" y="252053"/>
                </a:lnTo>
                <a:lnTo>
                  <a:pt x="10417" y="243897"/>
                </a:lnTo>
                <a:lnTo>
                  <a:pt x="0" y="221619"/>
                </a:lnTo>
                <a:lnTo>
                  <a:pt x="4379" y="197078"/>
                </a:lnTo>
                <a:lnTo>
                  <a:pt x="24863" y="182134"/>
                </a:lnTo>
                <a:lnTo>
                  <a:pt x="34909" y="178215"/>
                </a:lnTo>
                <a:lnTo>
                  <a:pt x="46253" y="171549"/>
                </a:lnTo>
                <a:lnTo>
                  <a:pt x="86575" y="140399"/>
                </a:lnTo>
                <a:lnTo>
                  <a:pt x="117823" y="100077"/>
                </a:lnTo>
                <a:lnTo>
                  <a:pt x="134323" y="55569"/>
                </a:lnTo>
                <a:lnTo>
                  <a:pt x="140250" y="32130"/>
                </a:lnTo>
                <a:lnTo>
                  <a:pt x="140174" y="31803"/>
                </a:lnTo>
                <a:lnTo>
                  <a:pt x="140146" y="31459"/>
                </a:lnTo>
                <a:lnTo>
                  <a:pt x="140045" y="31140"/>
                </a:lnTo>
                <a:lnTo>
                  <a:pt x="140714" y="13837"/>
                </a:lnTo>
                <a:lnTo>
                  <a:pt x="151537" y="3013"/>
                </a:lnTo>
                <a:lnTo>
                  <a:pt x="167359" y="0"/>
                </a:lnTo>
                <a:lnTo>
                  <a:pt x="183022" y="6126"/>
                </a:lnTo>
                <a:lnTo>
                  <a:pt x="191613" y="14839"/>
                </a:lnTo>
                <a:lnTo>
                  <a:pt x="199120" y="25404"/>
                </a:lnTo>
                <a:lnTo>
                  <a:pt x="205779" y="36659"/>
                </a:lnTo>
                <a:lnTo>
                  <a:pt x="211823" y="47446"/>
                </a:lnTo>
                <a:lnTo>
                  <a:pt x="220498" y="62722"/>
                </a:lnTo>
                <a:lnTo>
                  <a:pt x="248636" y="107122"/>
                </a:lnTo>
                <a:lnTo>
                  <a:pt x="297752" y="146417"/>
                </a:lnTo>
                <a:lnTo>
                  <a:pt x="357203" y="167718"/>
                </a:lnTo>
                <a:lnTo>
                  <a:pt x="371221" y="176665"/>
                </a:lnTo>
                <a:lnTo>
                  <a:pt x="379110" y="190394"/>
                </a:lnTo>
                <a:lnTo>
                  <a:pt x="379540" y="206015"/>
                </a:lnTo>
                <a:lnTo>
                  <a:pt x="371177" y="220639"/>
                </a:lnTo>
                <a:lnTo>
                  <a:pt x="361645" y="228105"/>
                </a:lnTo>
                <a:lnTo>
                  <a:pt x="351292" y="233424"/>
                </a:lnTo>
                <a:lnTo>
                  <a:pt x="340448" y="237923"/>
                </a:lnTo>
                <a:lnTo>
                  <a:pt x="329437" y="242925"/>
                </a:lnTo>
                <a:lnTo>
                  <a:pt x="290766" y="267796"/>
                </a:lnTo>
                <a:lnTo>
                  <a:pt x="261200" y="297599"/>
                </a:lnTo>
                <a:lnTo>
                  <a:pt x="228148" y="348917"/>
                </a:lnTo>
                <a:lnTo>
                  <a:pt x="221229" y="375164"/>
                </a:lnTo>
                <a:lnTo>
                  <a:pt x="214067" y="391805"/>
                </a:lnTo>
                <a:lnTo>
                  <a:pt x="199108" y="401955"/>
                </a:lnTo>
                <a:lnTo>
                  <a:pt x="182123" y="402255"/>
                </a:lnTo>
                <a:close/>
              </a:path>
            </a:pathLst>
          </a:custGeom>
          <a:solidFill>
            <a:srgbClr val="4E604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" name="object 8"/>
          <p:cNvGrpSpPr/>
          <p:nvPr/>
        </p:nvGrpSpPr>
        <p:grpSpPr>
          <a:xfrm>
            <a:off x="508488" y="3253698"/>
            <a:ext cx="7820025" cy="3592354"/>
            <a:chOff x="677984" y="2623763"/>
            <a:chExt cx="10426700" cy="4789805"/>
          </a:xfrm>
        </p:grpSpPr>
        <p:sp>
          <p:nvSpPr>
            <p:cNvPr id="9" name="object 9"/>
            <p:cNvSpPr/>
            <p:nvPr/>
          </p:nvSpPr>
          <p:spPr>
            <a:xfrm>
              <a:off x="10725086" y="2977957"/>
              <a:ext cx="379730" cy="402590"/>
            </a:xfrm>
            <a:custGeom>
              <a:avLst/>
              <a:gdLst/>
              <a:ahLst/>
              <a:cxnLst/>
              <a:rect l="l" t="t" r="r" b="b"/>
              <a:pathLst>
                <a:path w="379729" h="402589">
                  <a:moveTo>
                    <a:pt x="182123" y="402253"/>
                  </a:moveTo>
                  <a:lnTo>
                    <a:pt x="168880" y="389340"/>
                  </a:lnTo>
                  <a:lnTo>
                    <a:pt x="156961" y="363842"/>
                  </a:lnTo>
                  <a:lnTo>
                    <a:pt x="144123" y="338934"/>
                  </a:lnTo>
                  <a:lnTo>
                    <a:pt x="112453" y="292782"/>
                  </a:lnTo>
                  <a:lnTo>
                    <a:pt x="78481" y="260446"/>
                  </a:lnTo>
                  <a:lnTo>
                    <a:pt x="34327" y="252049"/>
                  </a:lnTo>
                  <a:lnTo>
                    <a:pt x="10418" y="243896"/>
                  </a:lnTo>
                  <a:lnTo>
                    <a:pt x="0" y="221619"/>
                  </a:lnTo>
                  <a:lnTo>
                    <a:pt x="4379" y="197079"/>
                  </a:lnTo>
                  <a:lnTo>
                    <a:pt x="24866" y="182134"/>
                  </a:lnTo>
                  <a:lnTo>
                    <a:pt x="34910" y="178214"/>
                  </a:lnTo>
                  <a:lnTo>
                    <a:pt x="46252" y="171548"/>
                  </a:lnTo>
                  <a:lnTo>
                    <a:pt x="86578" y="140399"/>
                  </a:lnTo>
                  <a:lnTo>
                    <a:pt x="117824" y="100078"/>
                  </a:lnTo>
                  <a:lnTo>
                    <a:pt x="134326" y="55571"/>
                  </a:lnTo>
                  <a:lnTo>
                    <a:pt x="140253" y="32133"/>
                  </a:lnTo>
                  <a:lnTo>
                    <a:pt x="140176" y="31806"/>
                  </a:lnTo>
                  <a:lnTo>
                    <a:pt x="140145" y="31455"/>
                  </a:lnTo>
                  <a:lnTo>
                    <a:pt x="140051" y="31139"/>
                  </a:lnTo>
                  <a:lnTo>
                    <a:pt x="140719" y="13838"/>
                  </a:lnTo>
                  <a:lnTo>
                    <a:pt x="151540" y="3014"/>
                  </a:lnTo>
                  <a:lnTo>
                    <a:pt x="167359" y="0"/>
                  </a:lnTo>
                  <a:lnTo>
                    <a:pt x="183021" y="6126"/>
                  </a:lnTo>
                  <a:lnTo>
                    <a:pt x="191612" y="14838"/>
                  </a:lnTo>
                  <a:lnTo>
                    <a:pt x="199121" y="25402"/>
                  </a:lnTo>
                  <a:lnTo>
                    <a:pt x="205780" y="36657"/>
                  </a:lnTo>
                  <a:lnTo>
                    <a:pt x="211822" y="47445"/>
                  </a:lnTo>
                  <a:lnTo>
                    <a:pt x="220499" y="62721"/>
                  </a:lnTo>
                  <a:lnTo>
                    <a:pt x="248639" y="107121"/>
                  </a:lnTo>
                  <a:lnTo>
                    <a:pt x="297754" y="146415"/>
                  </a:lnTo>
                  <a:lnTo>
                    <a:pt x="357205" y="167714"/>
                  </a:lnTo>
                  <a:lnTo>
                    <a:pt x="371226" y="176663"/>
                  </a:lnTo>
                  <a:lnTo>
                    <a:pt x="379115" y="190394"/>
                  </a:lnTo>
                  <a:lnTo>
                    <a:pt x="379542" y="206015"/>
                  </a:lnTo>
                  <a:lnTo>
                    <a:pt x="371176" y="220636"/>
                  </a:lnTo>
                  <a:lnTo>
                    <a:pt x="361647" y="228103"/>
                  </a:lnTo>
                  <a:lnTo>
                    <a:pt x="351298" y="233424"/>
                  </a:lnTo>
                  <a:lnTo>
                    <a:pt x="340455" y="237924"/>
                  </a:lnTo>
                  <a:lnTo>
                    <a:pt x="329443" y="242928"/>
                  </a:lnTo>
                  <a:lnTo>
                    <a:pt x="290769" y="267795"/>
                  </a:lnTo>
                  <a:lnTo>
                    <a:pt x="261202" y="297600"/>
                  </a:lnTo>
                  <a:lnTo>
                    <a:pt x="228148" y="348917"/>
                  </a:lnTo>
                  <a:lnTo>
                    <a:pt x="221231" y="375164"/>
                  </a:lnTo>
                  <a:lnTo>
                    <a:pt x="214071" y="391804"/>
                  </a:lnTo>
                  <a:lnTo>
                    <a:pt x="199110" y="401954"/>
                  </a:lnTo>
                  <a:lnTo>
                    <a:pt x="182123" y="402253"/>
                  </a:lnTo>
                  <a:close/>
                </a:path>
              </a:pathLst>
            </a:custGeom>
            <a:solidFill>
              <a:srgbClr val="4E604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77984" y="2623763"/>
              <a:ext cx="10027285" cy="4789805"/>
            </a:xfrm>
            <a:custGeom>
              <a:avLst/>
              <a:gdLst/>
              <a:ahLst/>
              <a:cxnLst/>
              <a:rect l="l" t="t" r="r" b="b"/>
              <a:pathLst>
                <a:path w="10027285" h="4789805">
                  <a:moveTo>
                    <a:pt x="2230863" y="4789461"/>
                  </a:moveTo>
                  <a:lnTo>
                    <a:pt x="2165328" y="4789199"/>
                  </a:lnTo>
                  <a:lnTo>
                    <a:pt x="2101842" y="4788334"/>
                  </a:lnTo>
                  <a:lnTo>
                    <a:pt x="1566114" y="4776808"/>
                  </a:lnTo>
                  <a:lnTo>
                    <a:pt x="1517904" y="4775844"/>
                  </a:lnTo>
                  <a:lnTo>
                    <a:pt x="1466535" y="4775021"/>
                  </a:lnTo>
                  <a:lnTo>
                    <a:pt x="1413052" y="4774344"/>
                  </a:lnTo>
                  <a:lnTo>
                    <a:pt x="1358504" y="4773818"/>
                  </a:lnTo>
                  <a:lnTo>
                    <a:pt x="1303937" y="4773449"/>
                  </a:lnTo>
                  <a:lnTo>
                    <a:pt x="1250399" y="4773242"/>
                  </a:lnTo>
                  <a:lnTo>
                    <a:pt x="1198936" y="4773204"/>
                  </a:lnTo>
                  <a:lnTo>
                    <a:pt x="1150596" y="4773339"/>
                  </a:lnTo>
                  <a:lnTo>
                    <a:pt x="1106426" y="4773653"/>
                  </a:lnTo>
                  <a:lnTo>
                    <a:pt x="996401" y="4775129"/>
                  </a:lnTo>
                  <a:lnTo>
                    <a:pt x="935126" y="4775482"/>
                  </a:lnTo>
                  <a:lnTo>
                    <a:pt x="881896" y="4775128"/>
                  </a:lnTo>
                  <a:lnTo>
                    <a:pt x="834956" y="4773985"/>
                  </a:lnTo>
                  <a:lnTo>
                    <a:pt x="792557" y="4771969"/>
                  </a:lnTo>
                  <a:lnTo>
                    <a:pt x="752945" y="4768997"/>
                  </a:lnTo>
                  <a:lnTo>
                    <a:pt x="714368" y="4764987"/>
                  </a:lnTo>
                  <a:lnTo>
                    <a:pt x="675074" y="4759856"/>
                  </a:lnTo>
                  <a:lnTo>
                    <a:pt x="633311" y="4753521"/>
                  </a:lnTo>
                  <a:lnTo>
                    <a:pt x="575816" y="4742591"/>
                  </a:lnTo>
                  <a:lnTo>
                    <a:pt x="524748" y="4729273"/>
                  </a:lnTo>
                  <a:lnTo>
                    <a:pt x="480675" y="4713741"/>
                  </a:lnTo>
                  <a:lnTo>
                    <a:pt x="444170" y="4696168"/>
                  </a:lnTo>
                  <a:lnTo>
                    <a:pt x="407369" y="4675453"/>
                  </a:lnTo>
                  <a:lnTo>
                    <a:pt x="362652" y="4650579"/>
                  </a:lnTo>
                  <a:lnTo>
                    <a:pt x="313509" y="4621870"/>
                  </a:lnTo>
                  <a:lnTo>
                    <a:pt x="274333" y="4594746"/>
                  </a:lnTo>
                  <a:lnTo>
                    <a:pt x="242452" y="4566479"/>
                  </a:lnTo>
                  <a:lnTo>
                    <a:pt x="215194" y="4534341"/>
                  </a:lnTo>
                  <a:lnTo>
                    <a:pt x="189888" y="4495601"/>
                  </a:lnTo>
                  <a:lnTo>
                    <a:pt x="163862" y="4447532"/>
                  </a:lnTo>
                  <a:lnTo>
                    <a:pt x="138132" y="4395485"/>
                  </a:lnTo>
                  <a:lnTo>
                    <a:pt x="119328" y="4352945"/>
                  </a:lnTo>
                  <a:lnTo>
                    <a:pt x="105208" y="4313683"/>
                  </a:lnTo>
                  <a:lnTo>
                    <a:pt x="93532" y="4271468"/>
                  </a:lnTo>
                  <a:lnTo>
                    <a:pt x="82060" y="4220070"/>
                  </a:lnTo>
                  <a:lnTo>
                    <a:pt x="74573" y="4184710"/>
                  </a:lnTo>
                  <a:lnTo>
                    <a:pt x="66725" y="4148518"/>
                  </a:lnTo>
                  <a:lnTo>
                    <a:pt x="59446" y="4115740"/>
                  </a:lnTo>
                  <a:lnTo>
                    <a:pt x="53669" y="4090626"/>
                  </a:lnTo>
                  <a:lnTo>
                    <a:pt x="46763" y="4057116"/>
                  </a:lnTo>
                  <a:lnTo>
                    <a:pt x="39312" y="4013299"/>
                  </a:lnTo>
                  <a:lnTo>
                    <a:pt x="31682" y="3961943"/>
                  </a:lnTo>
                  <a:lnTo>
                    <a:pt x="24241" y="3905814"/>
                  </a:lnTo>
                  <a:lnTo>
                    <a:pt x="17355" y="3847682"/>
                  </a:lnTo>
                  <a:lnTo>
                    <a:pt x="11392" y="3790314"/>
                  </a:lnTo>
                  <a:lnTo>
                    <a:pt x="6719" y="3736477"/>
                  </a:lnTo>
                  <a:lnTo>
                    <a:pt x="3438" y="3684713"/>
                  </a:lnTo>
                  <a:lnTo>
                    <a:pt x="1259" y="3625055"/>
                  </a:lnTo>
                  <a:lnTo>
                    <a:pt x="156" y="3550165"/>
                  </a:lnTo>
                  <a:lnTo>
                    <a:pt x="0" y="3504716"/>
                  </a:lnTo>
                  <a:lnTo>
                    <a:pt x="103" y="3452708"/>
                  </a:lnTo>
                  <a:lnTo>
                    <a:pt x="463" y="3393223"/>
                  </a:lnTo>
                  <a:lnTo>
                    <a:pt x="1076" y="3325344"/>
                  </a:lnTo>
                  <a:lnTo>
                    <a:pt x="1939" y="3248155"/>
                  </a:lnTo>
                  <a:lnTo>
                    <a:pt x="3049" y="3160739"/>
                  </a:lnTo>
                  <a:lnTo>
                    <a:pt x="4898" y="3025039"/>
                  </a:lnTo>
                  <a:lnTo>
                    <a:pt x="6387" y="2890672"/>
                  </a:lnTo>
                  <a:lnTo>
                    <a:pt x="8238" y="2675926"/>
                  </a:lnTo>
                  <a:lnTo>
                    <a:pt x="9715" y="2448742"/>
                  </a:lnTo>
                  <a:lnTo>
                    <a:pt x="10775" y="2208877"/>
                  </a:lnTo>
                  <a:lnTo>
                    <a:pt x="11244" y="2133157"/>
                  </a:lnTo>
                  <a:lnTo>
                    <a:pt x="11827" y="2062228"/>
                  </a:lnTo>
                  <a:lnTo>
                    <a:pt x="12517" y="1996760"/>
                  </a:lnTo>
                  <a:lnTo>
                    <a:pt x="13302" y="1937422"/>
                  </a:lnTo>
                  <a:lnTo>
                    <a:pt x="14173" y="1884882"/>
                  </a:lnTo>
                  <a:lnTo>
                    <a:pt x="15120" y="1839809"/>
                  </a:lnTo>
                  <a:lnTo>
                    <a:pt x="17201" y="1774740"/>
                  </a:lnTo>
                  <a:lnTo>
                    <a:pt x="24804" y="1675601"/>
                  </a:lnTo>
                  <a:lnTo>
                    <a:pt x="32628" y="1574943"/>
                  </a:lnTo>
                  <a:lnTo>
                    <a:pt x="41333" y="1460028"/>
                  </a:lnTo>
                  <a:lnTo>
                    <a:pt x="50467" y="1336771"/>
                  </a:lnTo>
                  <a:lnTo>
                    <a:pt x="53877" y="1292655"/>
                  </a:lnTo>
                  <a:lnTo>
                    <a:pt x="58055" y="1242531"/>
                  </a:lnTo>
                  <a:lnTo>
                    <a:pt x="62858" y="1187852"/>
                  </a:lnTo>
                  <a:lnTo>
                    <a:pt x="68142" y="1130072"/>
                  </a:lnTo>
                  <a:lnTo>
                    <a:pt x="73763" y="1070642"/>
                  </a:lnTo>
                  <a:lnTo>
                    <a:pt x="79577" y="1011015"/>
                  </a:lnTo>
                  <a:lnTo>
                    <a:pt x="85441" y="952644"/>
                  </a:lnTo>
                  <a:lnTo>
                    <a:pt x="91210" y="896982"/>
                  </a:lnTo>
                  <a:lnTo>
                    <a:pt x="96742" y="845481"/>
                  </a:lnTo>
                  <a:lnTo>
                    <a:pt x="101891" y="799593"/>
                  </a:lnTo>
                  <a:lnTo>
                    <a:pt x="106516" y="760771"/>
                  </a:lnTo>
                  <a:lnTo>
                    <a:pt x="121437" y="658192"/>
                  </a:lnTo>
                  <a:lnTo>
                    <a:pt x="133305" y="592325"/>
                  </a:lnTo>
                  <a:lnTo>
                    <a:pt x="146230" y="532508"/>
                  </a:lnTo>
                  <a:lnTo>
                    <a:pt x="160366" y="478383"/>
                  </a:lnTo>
                  <a:lnTo>
                    <a:pt x="175868" y="429588"/>
                  </a:lnTo>
                  <a:lnTo>
                    <a:pt x="192890" y="385764"/>
                  </a:lnTo>
                  <a:lnTo>
                    <a:pt x="211589" y="346551"/>
                  </a:lnTo>
                  <a:lnTo>
                    <a:pt x="232118" y="311591"/>
                  </a:lnTo>
                  <a:lnTo>
                    <a:pt x="254632" y="280522"/>
                  </a:lnTo>
                  <a:lnTo>
                    <a:pt x="306234" y="228620"/>
                  </a:lnTo>
                  <a:lnTo>
                    <a:pt x="373845" y="183387"/>
                  </a:lnTo>
                  <a:lnTo>
                    <a:pt x="413481" y="162611"/>
                  </a:lnTo>
                  <a:lnTo>
                    <a:pt x="460392" y="141935"/>
                  </a:lnTo>
                  <a:lnTo>
                    <a:pt x="520431" y="118557"/>
                  </a:lnTo>
                  <a:lnTo>
                    <a:pt x="568725" y="101554"/>
                  </a:lnTo>
                  <a:lnTo>
                    <a:pt x="615452" y="87581"/>
                  </a:lnTo>
                  <a:lnTo>
                    <a:pt x="663318" y="76065"/>
                  </a:lnTo>
                  <a:lnTo>
                    <a:pt x="715029" y="66431"/>
                  </a:lnTo>
                  <a:lnTo>
                    <a:pt x="773292" y="58102"/>
                  </a:lnTo>
                  <a:lnTo>
                    <a:pt x="840815" y="50506"/>
                  </a:lnTo>
                  <a:lnTo>
                    <a:pt x="884101" y="46000"/>
                  </a:lnTo>
                  <a:lnTo>
                    <a:pt x="934535" y="40576"/>
                  </a:lnTo>
                  <a:lnTo>
                    <a:pt x="987974" y="34690"/>
                  </a:lnTo>
                  <a:lnTo>
                    <a:pt x="1040277" y="28798"/>
                  </a:lnTo>
                  <a:lnTo>
                    <a:pt x="1134410" y="17973"/>
                  </a:lnTo>
                  <a:lnTo>
                    <a:pt x="1174172" y="14039"/>
                  </a:lnTo>
                  <a:lnTo>
                    <a:pt x="1211612" y="11348"/>
                  </a:lnTo>
                  <a:lnTo>
                    <a:pt x="1251754" y="9693"/>
                  </a:lnTo>
                  <a:lnTo>
                    <a:pt x="1299620" y="8866"/>
                  </a:lnTo>
                  <a:lnTo>
                    <a:pt x="1360233" y="8662"/>
                  </a:lnTo>
                  <a:lnTo>
                    <a:pt x="1438615" y="8873"/>
                  </a:lnTo>
                  <a:lnTo>
                    <a:pt x="1492735" y="9238"/>
                  </a:lnTo>
                  <a:lnTo>
                    <a:pt x="1549456" y="9892"/>
                  </a:lnTo>
                  <a:lnTo>
                    <a:pt x="1606594" y="10794"/>
                  </a:lnTo>
                  <a:lnTo>
                    <a:pt x="1661963" y="11899"/>
                  </a:lnTo>
                  <a:lnTo>
                    <a:pt x="1713376" y="13164"/>
                  </a:lnTo>
                  <a:lnTo>
                    <a:pt x="1758649" y="14545"/>
                  </a:lnTo>
                  <a:lnTo>
                    <a:pt x="1819071" y="16977"/>
                  </a:lnTo>
                  <a:lnTo>
                    <a:pt x="1845880" y="17914"/>
                  </a:lnTo>
                  <a:lnTo>
                    <a:pt x="1908873" y="19658"/>
                  </a:lnTo>
                  <a:lnTo>
                    <a:pt x="2024455" y="21937"/>
                  </a:lnTo>
                  <a:lnTo>
                    <a:pt x="2113746" y="23224"/>
                  </a:lnTo>
                  <a:lnTo>
                    <a:pt x="2211365" y="24320"/>
                  </a:lnTo>
                  <a:lnTo>
                    <a:pt x="2316062" y="25219"/>
                  </a:lnTo>
                  <a:lnTo>
                    <a:pt x="2426585" y="25915"/>
                  </a:lnTo>
                  <a:lnTo>
                    <a:pt x="2541681" y="26404"/>
                  </a:lnTo>
                  <a:lnTo>
                    <a:pt x="2660100" y="26679"/>
                  </a:lnTo>
                  <a:lnTo>
                    <a:pt x="2780589" y="26737"/>
                  </a:lnTo>
                  <a:lnTo>
                    <a:pt x="2901897" y="26571"/>
                  </a:lnTo>
                  <a:lnTo>
                    <a:pt x="3022772" y="26175"/>
                  </a:lnTo>
                  <a:lnTo>
                    <a:pt x="3141963" y="25546"/>
                  </a:lnTo>
                  <a:lnTo>
                    <a:pt x="3258218" y="24677"/>
                  </a:lnTo>
                  <a:lnTo>
                    <a:pt x="3370285" y="23563"/>
                  </a:lnTo>
                  <a:lnTo>
                    <a:pt x="3597732" y="20893"/>
                  </a:lnTo>
                  <a:lnTo>
                    <a:pt x="4135011" y="15946"/>
                  </a:lnTo>
                  <a:lnTo>
                    <a:pt x="5112356" y="9046"/>
                  </a:lnTo>
                  <a:lnTo>
                    <a:pt x="6574969" y="1146"/>
                  </a:lnTo>
                  <a:lnTo>
                    <a:pt x="6825115" y="212"/>
                  </a:lnTo>
                  <a:lnTo>
                    <a:pt x="6973469" y="0"/>
                  </a:lnTo>
                  <a:lnTo>
                    <a:pt x="7057206" y="113"/>
                  </a:lnTo>
                  <a:lnTo>
                    <a:pt x="7131005" y="443"/>
                  </a:lnTo>
                  <a:lnTo>
                    <a:pt x="7187783" y="908"/>
                  </a:lnTo>
                  <a:lnTo>
                    <a:pt x="7239822" y="1550"/>
                  </a:lnTo>
                  <a:lnTo>
                    <a:pt x="7288311" y="2377"/>
                  </a:lnTo>
                  <a:lnTo>
                    <a:pt x="7334437" y="3394"/>
                  </a:lnTo>
                  <a:lnTo>
                    <a:pt x="7379382" y="4612"/>
                  </a:lnTo>
                  <a:lnTo>
                    <a:pt x="7424332" y="6035"/>
                  </a:lnTo>
                  <a:lnTo>
                    <a:pt x="7499649" y="8683"/>
                  </a:lnTo>
                  <a:lnTo>
                    <a:pt x="7532739" y="9693"/>
                  </a:lnTo>
                  <a:lnTo>
                    <a:pt x="7653242" y="12695"/>
                  </a:lnTo>
                  <a:lnTo>
                    <a:pt x="7749025" y="14633"/>
                  </a:lnTo>
                  <a:lnTo>
                    <a:pt x="7855069" y="16487"/>
                  </a:lnTo>
                  <a:lnTo>
                    <a:pt x="7969579" y="18225"/>
                  </a:lnTo>
                  <a:lnTo>
                    <a:pt x="8090756" y="19817"/>
                  </a:lnTo>
                  <a:lnTo>
                    <a:pt x="8216804" y="21232"/>
                  </a:lnTo>
                  <a:lnTo>
                    <a:pt x="8549158" y="24262"/>
                  </a:lnTo>
                  <a:lnTo>
                    <a:pt x="8634352" y="25144"/>
                  </a:lnTo>
                  <a:lnTo>
                    <a:pt x="8709766" y="26044"/>
                  </a:lnTo>
                  <a:lnTo>
                    <a:pt x="8776275" y="26990"/>
                  </a:lnTo>
                  <a:lnTo>
                    <a:pt x="8834753" y="28008"/>
                  </a:lnTo>
                  <a:lnTo>
                    <a:pt x="8886075" y="29126"/>
                  </a:lnTo>
                  <a:lnTo>
                    <a:pt x="8931118" y="30372"/>
                  </a:lnTo>
                  <a:lnTo>
                    <a:pt x="8970755" y="31772"/>
                  </a:lnTo>
                  <a:lnTo>
                    <a:pt x="9037315" y="35145"/>
                  </a:lnTo>
                  <a:lnTo>
                    <a:pt x="9092755" y="39465"/>
                  </a:lnTo>
                  <a:lnTo>
                    <a:pt x="9144077" y="44951"/>
                  </a:lnTo>
                  <a:lnTo>
                    <a:pt x="9228447" y="56843"/>
                  </a:lnTo>
                  <a:lnTo>
                    <a:pt x="9283112" y="67630"/>
                  </a:lnTo>
                  <a:lnTo>
                    <a:pt x="9334565" y="80680"/>
                  </a:lnTo>
                  <a:lnTo>
                    <a:pt x="9382998" y="96111"/>
                  </a:lnTo>
                  <a:lnTo>
                    <a:pt x="9428600" y="114044"/>
                  </a:lnTo>
                  <a:lnTo>
                    <a:pt x="9471562" y="134597"/>
                  </a:lnTo>
                  <a:lnTo>
                    <a:pt x="9512074" y="157890"/>
                  </a:lnTo>
                  <a:lnTo>
                    <a:pt x="9550327" y="184042"/>
                  </a:lnTo>
                  <a:lnTo>
                    <a:pt x="9586510" y="213174"/>
                  </a:lnTo>
                  <a:lnTo>
                    <a:pt x="9620814" y="245404"/>
                  </a:lnTo>
                  <a:lnTo>
                    <a:pt x="9653429" y="280852"/>
                  </a:lnTo>
                  <a:lnTo>
                    <a:pt x="9684545" y="319637"/>
                  </a:lnTo>
                  <a:lnTo>
                    <a:pt x="9714354" y="361879"/>
                  </a:lnTo>
                  <a:lnTo>
                    <a:pt x="9743044" y="407697"/>
                  </a:lnTo>
                  <a:lnTo>
                    <a:pt x="9771416" y="457144"/>
                  </a:lnTo>
                  <a:lnTo>
                    <a:pt x="9794075" y="500872"/>
                  </a:lnTo>
                  <a:lnTo>
                    <a:pt x="9813547" y="544537"/>
                  </a:lnTo>
                  <a:lnTo>
                    <a:pt x="9832353" y="593798"/>
                  </a:lnTo>
                  <a:lnTo>
                    <a:pt x="9853016" y="654310"/>
                  </a:lnTo>
                  <a:lnTo>
                    <a:pt x="9868452" y="702593"/>
                  </a:lnTo>
                  <a:lnTo>
                    <a:pt x="9883346" y="752122"/>
                  </a:lnTo>
                  <a:lnTo>
                    <a:pt x="9897638" y="802628"/>
                  </a:lnTo>
                  <a:lnTo>
                    <a:pt x="9911266" y="853841"/>
                  </a:lnTo>
                  <a:lnTo>
                    <a:pt x="9924169" y="905491"/>
                  </a:lnTo>
                  <a:lnTo>
                    <a:pt x="9936286" y="957307"/>
                  </a:lnTo>
                  <a:lnTo>
                    <a:pt x="9947556" y="1009021"/>
                  </a:lnTo>
                  <a:lnTo>
                    <a:pt x="9957918" y="1060362"/>
                  </a:lnTo>
                  <a:lnTo>
                    <a:pt x="9967312" y="1111059"/>
                  </a:lnTo>
                  <a:lnTo>
                    <a:pt x="9975676" y="1160845"/>
                  </a:lnTo>
                  <a:lnTo>
                    <a:pt x="9982949" y="1209447"/>
                  </a:lnTo>
                  <a:lnTo>
                    <a:pt x="9989070" y="1256597"/>
                  </a:lnTo>
                  <a:lnTo>
                    <a:pt x="9996766" y="1322742"/>
                  </a:lnTo>
                  <a:lnTo>
                    <a:pt x="10003524" y="1384423"/>
                  </a:lnTo>
                  <a:lnTo>
                    <a:pt x="10009370" y="1442121"/>
                  </a:lnTo>
                  <a:lnTo>
                    <a:pt x="10014329" y="1496318"/>
                  </a:lnTo>
                  <a:lnTo>
                    <a:pt x="10018426" y="1547493"/>
                  </a:lnTo>
                  <a:lnTo>
                    <a:pt x="10021687" y="1596129"/>
                  </a:lnTo>
                  <a:lnTo>
                    <a:pt x="10024137" y="1642705"/>
                  </a:lnTo>
                  <a:lnTo>
                    <a:pt x="10025801" y="1687704"/>
                  </a:lnTo>
                  <a:lnTo>
                    <a:pt x="10026705" y="1731605"/>
                  </a:lnTo>
                  <a:lnTo>
                    <a:pt x="10026873" y="1774890"/>
                  </a:lnTo>
                  <a:lnTo>
                    <a:pt x="10026331" y="1818040"/>
                  </a:lnTo>
                  <a:lnTo>
                    <a:pt x="10025105" y="1861536"/>
                  </a:lnTo>
                  <a:lnTo>
                    <a:pt x="10023220" y="1905858"/>
                  </a:lnTo>
                  <a:lnTo>
                    <a:pt x="10021615" y="1940402"/>
                  </a:lnTo>
                  <a:lnTo>
                    <a:pt x="10020017" y="1978459"/>
                  </a:lnTo>
                  <a:lnTo>
                    <a:pt x="10018433" y="2019720"/>
                  </a:lnTo>
                  <a:lnTo>
                    <a:pt x="10016870" y="2063877"/>
                  </a:lnTo>
                  <a:lnTo>
                    <a:pt x="10015336" y="2110620"/>
                  </a:lnTo>
                  <a:lnTo>
                    <a:pt x="10013838" y="2159642"/>
                  </a:lnTo>
                  <a:lnTo>
                    <a:pt x="10012383" y="2210633"/>
                  </a:lnTo>
                  <a:lnTo>
                    <a:pt x="10009630" y="2317291"/>
                  </a:lnTo>
                  <a:lnTo>
                    <a:pt x="10007136" y="2428125"/>
                  </a:lnTo>
                  <a:lnTo>
                    <a:pt x="10004957" y="2540667"/>
                  </a:lnTo>
                  <a:lnTo>
                    <a:pt x="10003152" y="2652449"/>
                  </a:lnTo>
                  <a:lnTo>
                    <a:pt x="10002408" y="2707283"/>
                  </a:lnTo>
                  <a:lnTo>
                    <a:pt x="10001778" y="2761001"/>
                  </a:lnTo>
                  <a:lnTo>
                    <a:pt x="10001270" y="2813294"/>
                  </a:lnTo>
                  <a:lnTo>
                    <a:pt x="10000287" y="2933627"/>
                  </a:lnTo>
                  <a:lnTo>
                    <a:pt x="9999385" y="2996529"/>
                  </a:lnTo>
                  <a:lnTo>
                    <a:pt x="9998176" y="3052927"/>
                  </a:lnTo>
                  <a:lnTo>
                    <a:pt x="9996648" y="3103189"/>
                  </a:lnTo>
                  <a:lnTo>
                    <a:pt x="9994789" y="3147683"/>
                  </a:lnTo>
                  <a:lnTo>
                    <a:pt x="9992589" y="3186777"/>
                  </a:lnTo>
                  <a:lnTo>
                    <a:pt x="9981321" y="3322899"/>
                  </a:lnTo>
                  <a:lnTo>
                    <a:pt x="9975654" y="3392475"/>
                  </a:lnTo>
                  <a:lnTo>
                    <a:pt x="9972580" y="3436017"/>
                  </a:lnTo>
                  <a:lnTo>
                    <a:pt x="9971645" y="3459978"/>
                  </a:lnTo>
                  <a:lnTo>
                    <a:pt x="9972393" y="3470810"/>
                  </a:lnTo>
                  <a:lnTo>
                    <a:pt x="9973767" y="3483004"/>
                  </a:lnTo>
                  <a:lnTo>
                    <a:pt x="9975737" y="3508313"/>
                  </a:lnTo>
                  <a:lnTo>
                    <a:pt x="9978042" y="3543039"/>
                  </a:lnTo>
                  <a:lnTo>
                    <a:pt x="9980417" y="3583484"/>
                  </a:lnTo>
                  <a:lnTo>
                    <a:pt x="9982469" y="3635367"/>
                  </a:lnTo>
                  <a:lnTo>
                    <a:pt x="9982788" y="3685917"/>
                  </a:lnTo>
                  <a:lnTo>
                    <a:pt x="9981329" y="3735345"/>
                  </a:lnTo>
                  <a:lnTo>
                    <a:pt x="9978047" y="3783860"/>
                  </a:lnTo>
                  <a:lnTo>
                    <a:pt x="9972897" y="3831673"/>
                  </a:lnTo>
                  <a:lnTo>
                    <a:pt x="9965835" y="3878993"/>
                  </a:lnTo>
                  <a:lnTo>
                    <a:pt x="9956815" y="3926031"/>
                  </a:lnTo>
                  <a:lnTo>
                    <a:pt x="9945792" y="3972997"/>
                  </a:lnTo>
                  <a:lnTo>
                    <a:pt x="9932723" y="4020101"/>
                  </a:lnTo>
                  <a:lnTo>
                    <a:pt x="9917562" y="4067553"/>
                  </a:lnTo>
                  <a:lnTo>
                    <a:pt x="9900265" y="4115564"/>
                  </a:lnTo>
                  <a:lnTo>
                    <a:pt x="9880786" y="4164343"/>
                  </a:lnTo>
                  <a:lnTo>
                    <a:pt x="9859081" y="4214101"/>
                  </a:lnTo>
                  <a:lnTo>
                    <a:pt x="9835104" y="4265047"/>
                  </a:lnTo>
                  <a:lnTo>
                    <a:pt x="9809961" y="4312224"/>
                  </a:lnTo>
                  <a:lnTo>
                    <a:pt x="9783192" y="4352113"/>
                  </a:lnTo>
                  <a:lnTo>
                    <a:pt x="9751375" y="4389213"/>
                  </a:lnTo>
                  <a:lnTo>
                    <a:pt x="9711086" y="4428025"/>
                  </a:lnTo>
                  <a:lnTo>
                    <a:pt x="9671188" y="4463025"/>
                  </a:lnTo>
                  <a:lnTo>
                    <a:pt x="9634990" y="4492028"/>
                  </a:lnTo>
                  <a:lnTo>
                    <a:pt x="9598093" y="4517906"/>
                  </a:lnTo>
                  <a:lnTo>
                    <a:pt x="9556098" y="4543530"/>
                  </a:lnTo>
                  <a:lnTo>
                    <a:pt x="9504605" y="4571772"/>
                  </a:lnTo>
                  <a:lnTo>
                    <a:pt x="9439215" y="4605504"/>
                  </a:lnTo>
                  <a:lnTo>
                    <a:pt x="9393793" y="4627819"/>
                  </a:lnTo>
                  <a:lnTo>
                    <a:pt x="9358308" y="4642510"/>
                  </a:lnTo>
                  <a:lnTo>
                    <a:pt x="9321487" y="4653596"/>
                  </a:lnTo>
                  <a:lnTo>
                    <a:pt x="9272057" y="4665097"/>
                  </a:lnTo>
                  <a:lnTo>
                    <a:pt x="9233608" y="4673265"/>
                  </a:lnTo>
                  <a:lnTo>
                    <a:pt x="9193609" y="4681317"/>
                  </a:lnTo>
                  <a:lnTo>
                    <a:pt x="9127884" y="4693362"/>
                  </a:lnTo>
                  <a:lnTo>
                    <a:pt x="9102306" y="4697547"/>
                  </a:lnTo>
                  <a:lnTo>
                    <a:pt x="9074549" y="4702233"/>
                  </a:lnTo>
                  <a:lnTo>
                    <a:pt x="9047962" y="4706847"/>
                  </a:lnTo>
                  <a:lnTo>
                    <a:pt x="9025890" y="4710816"/>
                  </a:lnTo>
                  <a:lnTo>
                    <a:pt x="9000656" y="4714268"/>
                  </a:lnTo>
                  <a:lnTo>
                    <a:pt x="8967181" y="4717047"/>
                  </a:lnTo>
                  <a:lnTo>
                    <a:pt x="8928353" y="4718968"/>
                  </a:lnTo>
                  <a:lnTo>
                    <a:pt x="8887064" y="4719843"/>
                  </a:lnTo>
                  <a:lnTo>
                    <a:pt x="8844055" y="4720530"/>
                  </a:lnTo>
                  <a:lnTo>
                    <a:pt x="8796065" y="4721920"/>
                  </a:lnTo>
                  <a:lnTo>
                    <a:pt x="8748953" y="4723810"/>
                  </a:lnTo>
                  <a:lnTo>
                    <a:pt x="8708573" y="4725998"/>
                  </a:lnTo>
                  <a:lnTo>
                    <a:pt x="8694579" y="4726672"/>
                  </a:lnTo>
                  <a:lnTo>
                    <a:pt x="8644322" y="4728149"/>
                  </a:lnTo>
                  <a:lnTo>
                    <a:pt x="8521236" y="4730566"/>
                  </a:lnTo>
                  <a:lnTo>
                    <a:pt x="8413575" y="4732216"/>
                  </a:lnTo>
                  <a:lnTo>
                    <a:pt x="8290389" y="4733821"/>
                  </a:lnTo>
                  <a:lnTo>
                    <a:pt x="8155929" y="4735316"/>
                  </a:lnTo>
                  <a:lnTo>
                    <a:pt x="8014444" y="4736637"/>
                  </a:lnTo>
                  <a:lnTo>
                    <a:pt x="5169077" y="4759964"/>
                  </a:lnTo>
                  <a:lnTo>
                    <a:pt x="4942991" y="4762015"/>
                  </a:lnTo>
                  <a:lnTo>
                    <a:pt x="4756920" y="4764034"/>
                  </a:lnTo>
                  <a:lnTo>
                    <a:pt x="4661600" y="4765287"/>
                  </a:lnTo>
                  <a:lnTo>
                    <a:pt x="4593813" y="4766412"/>
                  </a:lnTo>
                  <a:lnTo>
                    <a:pt x="4546970" y="4768163"/>
                  </a:lnTo>
                  <a:lnTo>
                    <a:pt x="4532664" y="4768579"/>
                  </a:lnTo>
                  <a:lnTo>
                    <a:pt x="4441132" y="4769871"/>
                  </a:lnTo>
                  <a:lnTo>
                    <a:pt x="4344940" y="4770727"/>
                  </a:lnTo>
                  <a:lnTo>
                    <a:pt x="4225601" y="4771540"/>
                  </a:lnTo>
                  <a:lnTo>
                    <a:pt x="4012541" y="4772606"/>
                  </a:lnTo>
                  <a:lnTo>
                    <a:pt x="3799034" y="4773345"/>
                  </a:lnTo>
                  <a:lnTo>
                    <a:pt x="3571678" y="4774367"/>
                  </a:lnTo>
                  <a:lnTo>
                    <a:pt x="3343932" y="4775791"/>
                  </a:lnTo>
                  <a:lnTo>
                    <a:pt x="3130948" y="4777499"/>
                  </a:lnTo>
                  <a:lnTo>
                    <a:pt x="2947879" y="4779373"/>
                  </a:lnTo>
                  <a:lnTo>
                    <a:pt x="2839326" y="4780817"/>
                  </a:lnTo>
                  <a:lnTo>
                    <a:pt x="2536267" y="4785926"/>
                  </a:lnTo>
                  <a:lnTo>
                    <a:pt x="2406682" y="4787894"/>
                  </a:lnTo>
                  <a:lnTo>
                    <a:pt x="2354118" y="4788569"/>
                  </a:lnTo>
                  <a:lnTo>
                    <a:pt x="2308097" y="4789049"/>
                  </a:lnTo>
                  <a:lnTo>
                    <a:pt x="2267414" y="4789344"/>
                  </a:lnTo>
                  <a:lnTo>
                    <a:pt x="2230863" y="4789461"/>
                  </a:lnTo>
                  <a:close/>
                </a:path>
              </a:pathLst>
            </a:custGeom>
            <a:solidFill>
              <a:srgbClr val="E3AE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993261" y="1319089"/>
            <a:ext cx="2569652" cy="2447924"/>
          </a:xfrm>
          <a:prstGeom prst="rect">
            <a:avLst/>
          </a:prstGeom>
        </p:spPr>
      </p:pic>
      <p:grpSp>
        <p:nvGrpSpPr>
          <p:cNvPr id="16" name="object 16"/>
          <p:cNvGrpSpPr/>
          <p:nvPr/>
        </p:nvGrpSpPr>
        <p:grpSpPr>
          <a:xfrm>
            <a:off x="239964" y="7344652"/>
            <a:ext cx="424339" cy="424339"/>
            <a:chOff x="319951" y="8078369"/>
            <a:chExt cx="565785" cy="565785"/>
          </a:xfrm>
        </p:grpSpPr>
        <p:sp>
          <p:nvSpPr>
            <p:cNvPr id="17" name="object 17"/>
            <p:cNvSpPr/>
            <p:nvPr/>
          </p:nvSpPr>
          <p:spPr>
            <a:xfrm>
              <a:off x="327189" y="8085524"/>
              <a:ext cx="551180" cy="551180"/>
            </a:xfrm>
            <a:custGeom>
              <a:avLst/>
              <a:gdLst/>
              <a:ahLst/>
              <a:cxnLst/>
              <a:rect l="l" t="t" r="r" b="b"/>
              <a:pathLst>
                <a:path w="551180" h="551179">
                  <a:moveTo>
                    <a:pt x="282104" y="550769"/>
                  </a:moveTo>
                  <a:lnTo>
                    <a:pt x="241626" y="548780"/>
                  </a:lnTo>
                  <a:lnTo>
                    <a:pt x="201885" y="540875"/>
                  </a:lnTo>
                  <a:lnTo>
                    <a:pt x="163727" y="527222"/>
                  </a:lnTo>
                  <a:lnTo>
                    <a:pt x="127992" y="508121"/>
                  </a:lnTo>
                  <a:lnTo>
                    <a:pt x="95440" y="483979"/>
                  </a:lnTo>
                  <a:lnTo>
                    <a:pt x="66789" y="455328"/>
                  </a:lnTo>
                  <a:lnTo>
                    <a:pt x="42647" y="422776"/>
                  </a:lnTo>
                  <a:lnTo>
                    <a:pt x="23546" y="387041"/>
                  </a:lnTo>
                  <a:lnTo>
                    <a:pt x="9893" y="348883"/>
                  </a:lnTo>
                  <a:lnTo>
                    <a:pt x="1988" y="309143"/>
                  </a:lnTo>
                  <a:lnTo>
                    <a:pt x="0" y="268664"/>
                  </a:lnTo>
                  <a:lnTo>
                    <a:pt x="1243" y="248429"/>
                  </a:lnTo>
                  <a:lnTo>
                    <a:pt x="8171" y="208502"/>
                  </a:lnTo>
                  <a:lnTo>
                    <a:pt x="20882" y="170025"/>
                  </a:lnTo>
                  <a:lnTo>
                    <a:pt x="39102" y="133828"/>
                  </a:lnTo>
                  <a:lnTo>
                    <a:pt x="62435" y="100697"/>
                  </a:lnTo>
                  <a:lnTo>
                    <a:pt x="90378" y="71348"/>
                  </a:lnTo>
                  <a:lnTo>
                    <a:pt x="122324" y="46417"/>
                  </a:lnTo>
                  <a:lnTo>
                    <a:pt x="157583" y="26443"/>
                  </a:lnTo>
                  <a:lnTo>
                    <a:pt x="195391" y="11859"/>
                  </a:lnTo>
                  <a:lnTo>
                    <a:pt x="234929" y="2980"/>
                  </a:lnTo>
                  <a:lnTo>
                    <a:pt x="275343" y="0"/>
                  </a:lnTo>
                  <a:lnTo>
                    <a:pt x="295602" y="746"/>
                  </a:lnTo>
                  <a:lnTo>
                    <a:pt x="335691" y="6692"/>
                  </a:lnTo>
                  <a:lnTo>
                    <a:pt x="374465" y="18454"/>
                  </a:lnTo>
                  <a:lnTo>
                    <a:pt x="411102" y="35782"/>
                  </a:lnTo>
                  <a:lnTo>
                    <a:pt x="444792" y="58293"/>
                  </a:lnTo>
                  <a:lnTo>
                    <a:pt x="474821" y="85510"/>
                  </a:lnTo>
                  <a:lnTo>
                    <a:pt x="500526" y="116831"/>
                  </a:lnTo>
                  <a:lnTo>
                    <a:pt x="521361" y="151593"/>
                  </a:lnTo>
                  <a:lnTo>
                    <a:pt x="536867" y="189027"/>
                  </a:lnTo>
                  <a:lnTo>
                    <a:pt x="546714" y="228340"/>
                  </a:lnTo>
                  <a:lnTo>
                    <a:pt x="550686" y="268664"/>
                  </a:lnTo>
                  <a:lnTo>
                    <a:pt x="550769" y="275426"/>
                  </a:lnTo>
                  <a:lnTo>
                    <a:pt x="550023" y="295685"/>
                  </a:lnTo>
                  <a:lnTo>
                    <a:pt x="544076" y="335774"/>
                  </a:lnTo>
                  <a:lnTo>
                    <a:pt x="532314" y="374548"/>
                  </a:lnTo>
                  <a:lnTo>
                    <a:pt x="514986" y="411184"/>
                  </a:lnTo>
                  <a:lnTo>
                    <a:pt x="492475" y="444875"/>
                  </a:lnTo>
                  <a:lnTo>
                    <a:pt x="465259" y="474904"/>
                  </a:lnTo>
                  <a:lnTo>
                    <a:pt x="433937" y="500609"/>
                  </a:lnTo>
                  <a:lnTo>
                    <a:pt x="399176" y="521444"/>
                  </a:lnTo>
                  <a:lnTo>
                    <a:pt x="361741" y="536950"/>
                  </a:lnTo>
                  <a:lnTo>
                    <a:pt x="322428" y="546797"/>
                  </a:lnTo>
                  <a:lnTo>
                    <a:pt x="282104" y="550769"/>
                  </a:lnTo>
                  <a:close/>
                </a:path>
              </a:pathLst>
            </a:custGeom>
            <a:solidFill>
              <a:srgbClr val="4E604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27106" y="8085524"/>
              <a:ext cx="551180" cy="551180"/>
            </a:xfrm>
            <a:custGeom>
              <a:avLst/>
              <a:gdLst/>
              <a:ahLst/>
              <a:cxnLst/>
              <a:rect l="l" t="t" r="r" b="b"/>
              <a:pathLst>
                <a:path w="551180" h="551179">
                  <a:moveTo>
                    <a:pt x="550852" y="275426"/>
                  </a:moveTo>
                  <a:lnTo>
                    <a:pt x="547871" y="315839"/>
                  </a:lnTo>
                  <a:lnTo>
                    <a:pt x="538992" y="355378"/>
                  </a:lnTo>
                  <a:lnTo>
                    <a:pt x="524408" y="393185"/>
                  </a:lnTo>
                  <a:lnTo>
                    <a:pt x="504434" y="428444"/>
                  </a:lnTo>
                  <a:lnTo>
                    <a:pt x="479503" y="460391"/>
                  </a:lnTo>
                  <a:lnTo>
                    <a:pt x="450154" y="488333"/>
                  </a:lnTo>
                  <a:lnTo>
                    <a:pt x="417023" y="511667"/>
                  </a:lnTo>
                  <a:lnTo>
                    <a:pt x="380827" y="529886"/>
                  </a:lnTo>
                  <a:lnTo>
                    <a:pt x="342349" y="542598"/>
                  </a:lnTo>
                  <a:lnTo>
                    <a:pt x="302422" y="549526"/>
                  </a:lnTo>
                  <a:lnTo>
                    <a:pt x="275426" y="550852"/>
                  </a:lnTo>
                  <a:lnTo>
                    <a:pt x="268664" y="550769"/>
                  </a:lnTo>
                  <a:lnTo>
                    <a:pt x="228340" y="546797"/>
                  </a:lnTo>
                  <a:lnTo>
                    <a:pt x="189027" y="536950"/>
                  </a:lnTo>
                  <a:lnTo>
                    <a:pt x="151593" y="521444"/>
                  </a:lnTo>
                  <a:lnTo>
                    <a:pt x="116831" y="500609"/>
                  </a:lnTo>
                  <a:lnTo>
                    <a:pt x="85510" y="474904"/>
                  </a:lnTo>
                  <a:lnTo>
                    <a:pt x="58293" y="444875"/>
                  </a:lnTo>
                  <a:lnTo>
                    <a:pt x="35782" y="411184"/>
                  </a:lnTo>
                  <a:lnTo>
                    <a:pt x="18454" y="374548"/>
                  </a:lnTo>
                  <a:lnTo>
                    <a:pt x="6692" y="335774"/>
                  </a:lnTo>
                  <a:lnTo>
                    <a:pt x="746" y="295685"/>
                  </a:lnTo>
                  <a:lnTo>
                    <a:pt x="0" y="275426"/>
                  </a:lnTo>
                  <a:lnTo>
                    <a:pt x="82" y="268664"/>
                  </a:lnTo>
                  <a:lnTo>
                    <a:pt x="4054" y="228340"/>
                  </a:lnTo>
                  <a:lnTo>
                    <a:pt x="13901" y="189027"/>
                  </a:lnTo>
                  <a:lnTo>
                    <a:pt x="29407" y="151593"/>
                  </a:lnTo>
                  <a:lnTo>
                    <a:pt x="50242" y="116831"/>
                  </a:lnTo>
                  <a:lnTo>
                    <a:pt x="75948" y="85510"/>
                  </a:lnTo>
                  <a:lnTo>
                    <a:pt x="105976" y="58293"/>
                  </a:lnTo>
                  <a:lnTo>
                    <a:pt x="139667" y="35782"/>
                  </a:lnTo>
                  <a:lnTo>
                    <a:pt x="176303" y="18454"/>
                  </a:lnTo>
                  <a:lnTo>
                    <a:pt x="215077" y="6692"/>
                  </a:lnTo>
                  <a:lnTo>
                    <a:pt x="255166" y="746"/>
                  </a:lnTo>
                  <a:lnTo>
                    <a:pt x="275426" y="0"/>
                  </a:lnTo>
                  <a:lnTo>
                    <a:pt x="282187" y="82"/>
                  </a:lnTo>
                  <a:lnTo>
                    <a:pt x="322511" y="4054"/>
                  </a:lnTo>
                  <a:lnTo>
                    <a:pt x="361824" y="13901"/>
                  </a:lnTo>
                  <a:lnTo>
                    <a:pt x="399259" y="29407"/>
                  </a:lnTo>
                  <a:lnTo>
                    <a:pt x="434020" y="50242"/>
                  </a:lnTo>
                  <a:lnTo>
                    <a:pt x="465342" y="75948"/>
                  </a:lnTo>
                  <a:lnTo>
                    <a:pt x="492558" y="105976"/>
                  </a:lnTo>
                  <a:lnTo>
                    <a:pt x="515069" y="139667"/>
                  </a:lnTo>
                  <a:lnTo>
                    <a:pt x="532397" y="176303"/>
                  </a:lnTo>
                  <a:lnTo>
                    <a:pt x="544159" y="215077"/>
                  </a:lnTo>
                  <a:lnTo>
                    <a:pt x="550106" y="255166"/>
                  </a:lnTo>
                  <a:lnTo>
                    <a:pt x="550852" y="275426"/>
                  </a:lnTo>
                  <a:close/>
                </a:path>
              </a:pathLst>
            </a:custGeom>
            <a:ln w="1431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9" name="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69079" y="8624980"/>
            <a:ext cx="164726" cy="164726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01432" y="8316991"/>
            <a:ext cx="132372" cy="132372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17866" y="7652484"/>
            <a:ext cx="108107" cy="108107"/>
          </a:xfrm>
          <a:prstGeom prst="rect">
            <a:avLst/>
          </a:prstGeom>
        </p:spPr>
      </p:pic>
      <p:grpSp>
        <p:nvGrpSpPr>
          <p:cNvPr id="22" name="object 22"/>
          <p:cNvGrpSpPr/>
          <p:nvPr/>
        </p:nvGrpSpPr>
        <p:grpSpPr>
          <a:xfrm>
            <a:off x="507198" y="7863253"/>
            <a:ext cx="618649" cy="481013"/>
            <a:chOff x="676263" y="8769838"/>
            <a:chExt cx="824865" cy="641350"/>
          </a:xfrm>
        </p:grpSpPr>
        <p:sp>
          <p:nvSpPr>
            <p:cNvPr id="23" name="object 23"/>
            <p:cNvSpPr/>
            <p:nvPr/>
          </p:nvSpPr>
          <p:spPr>
            <a:xfrm>
              <a:off x="1094069" y="9003888"/>
              <a:ext cx="400050" cy="400050"/>
            </a:xfrm>
            <a:custGeom>
              <a:avLst/>
              <a:gdLst/>
              <a:ahLst/>
              <a:cxnLst/>
              <a:rect l="l" t="t" r="r" b="b"/>
              <a:pathLst>
                <a:path w="400050" h="400050">
                  <a:moveTo>
                    <a:pt x="199932" y="399865"/>
                  </a:moveTo>
                  <a:lnTo>
                    <a:pt x="160927" y="396023"/>
                  </a:lnTo>
                  <a:lnTo>
                    <a:pt x="123421" y="384646"/>
                  </a:lnTo>
                  <a:lnTo>
                    <a:pt x="88855" y="366170"/>
                  </a:lnTo>
                  <a:lnTo>
                    <a:pt x="58558" y="341306"/>
                  </a:lnTo>
                  <a:lnTo>
                    <a:pt x="33694" y="311009"/>
                  </a:lnTo>
                  <a:lnTo>
                    <a:pt x="15218" y="276443"/>
                  </a:lnTo>
                  <a:lnTo>
                    <a:pt x="3841" y="238937"/>
                  </a:lnTo>
                  <a:lnTo>
                    <a:pt x="0" y="199932"/>
                  </a:lnTo>
                  <a:lnTo>
                    <a:pt x="240" y="190110"/>
                  </a:lnTo>
                  <a:lnTo>
                    <a:pt x="5993" y="151341"/>
                  </a:lnTo>
                  <a:lnTo>
                    <a:pt x="19199" y="114439"/>
                  </a:lnTo>
                  <a:lnTo>
                    <a:pt x="39351" y="80822"/>
                  </a:lnTo>
                  <a:lnTo>
                    <a:pt x="65673" y="51783"/>
                  </a:lnTo>
                  <a:lnTo>
                    <a:pt x="97156" y="28437"/>
                  </a:lnTo>
                  <a:lnTo>
                    <a:pt x="132588" y="11681"/>
                  </a:lnTo>
                  <a:lnTo>
                    <a:pt x="170608" y="2160"/>
                  </a:lnTo>
                  <a:lnTo>
                    <a:pt x="199932" y="0"/>
                  </a:lnTo>
                  <a:lnTo>
                    <a:pt x="209754" y="240"/>
                  </a:lnTo>
                  <a:lnTo>
                    <a:pt x="248524" y="5993"/>
                  </a:lnTo>
                  <a:lnTo>
                    <a:pt x="285426" y="19199"/>
                  </a:lnTo>
                  <a:lnTo>
                    <a:pt x="319042" y="39351"/>
                  </a:lnTo>
                  <a:lnTo>
                    <a:pt x="348082" y="65674"/>
                  </a:lnTo>
                  <a:lnTo>
                    <a:pt x="371428" y="97156"/>
                  </a:lnTo>
                  <a:lnTo>
                    <a:pt x="388183" y="132588"/>
                  </a:lnTo>
                  <a:lnTo>
                    <a:pt x="397704" y="170608"/>
                  </a:lnTo>
                  <a:lnTo>
                    <a:pt x="399865" y="199932"/>
                  </a:lnTo>
                  <a:lnTo>
                    <a:pt x="399625" y="209755"/>
                  </a:lnTo>
                  <a:lnTo>
                    <a:pt x="393872" y="248524"/>
                  </a:lnTo>
                  <a:lnTo>
                    <a:pt x="380665" y="285426"/>
                  </a:lnTo>
                  <a:lnTo>
                    <a:pt x="360514" y="319042"/>
                  </a:lnTo>
                  <a:lnTo>
                    <a:pt x="334191" y="348082"/>
                  </a:lnTo>
                  <a:lnTo>
                    <a:pt x="302709" y="371428"/>
                  </a:lnTo>
                  <a:lnTo>
                    <a:pt x="267277" y="388183"/>
                  </a:lnTo>
                  <a:lnTo>
                    <a:pt x="229257" y="397704"/>
                  </a:lnTo>
                  <a:lnTo>
                    <a:pt x="199932" y="399865"/>
                  </a:lnTo>
                  <a:close/>
                </a:path>
              </a:pathLst>
            </a:custGeom>
            <a:solidFill>
              <a:srgbClr val="E3AE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094069" y="9003888"/>
              <a:ext cx="400050" cy="400050"/>
            </a:xfrm>
            <a:custGeom>
              <a:avLst/>
              <a:gdLst/>
              <a:ahLst/>
              <a:cxnLst/>
              <a:rect l="l" t="t" r="r" b="b"/>
              <a:pathLst>
                <a:path w="400050" h="400050">
                  <a:moveTo>
                    <a:pt x="399865" y="199932"/>
                  </a:moveTo>
                  <a:lnTo>
                    <a:pt x="396023" y="238937"/>
                  </a:lnTo>
                  <a:lnTo>
                    <a:pt x="384646" y="276443"/>
                  </a:lnTo>
                  <a:lnTo>
                    <a:pt x="366170" y="311009"/>
                  </a:lnTo>
                  <a:lnTo>
                    <a:pt x="341306" y="341306"/>
                  </a:lnTo>
                  <a:lnTo>
                    <a:pt x="311009" y="366170"/>
                  </a:lnTo>
                  <a:lnTo>
                    <a:pt x="276443" y="384646"/>
                  </a:lnTo>
                  <a:lnTo>
                    <a:pt x="238937" y="396023"/>
                  </a:lnTo>
                  <a:lnTo>
                    <a:pt x="199932" y="399865"/>
                  </a:lnTo>
                  <a:lnTo>
                    <a:pt x="190110" y="399625"/>
                  </a:lnTo>
                  <a:lnTo>
                    <a:pt x="151341" y="393872"/>
                  </a:lnTo>
                  <a:lnTo>
                    <a:pt x="114439" y="380665"/>
                  </a:lnTo>
                  <a:lnTo>
                    <a:pt x="80822" y="360514"/>
                  </a:lnTo>
                  <a:lnTo>
                    <a:pt x="51783" y="334191"/>
                  </a:lnTo>
                  <a:lnTo>
                    <a:pt x="28437" y="302709"/>
                  </a:lnTo>
                  <a:lnTo>
                    <a:pt x="11681" y="267277"/>
                  </a:lnTo>
                  <a:lnTo>
                    <a:pt x="2160" y="229257"/>
                  </a:lnTo>
                  <a:lnTo>
                    <a:pt x="0" y="199932"/>
                  </a:lnTo>
                  <a:lnTo>
                    <a:pt x="240" y="190110"/>
                  </a:lnTo>
                  <a:lnTo>
                    <a:pt x="5993" y="151341"/>
                  </a:lnTo>
                  <a:lnTo>
                    <a:pt x="19199" y="114439"/>
                  </a:lnTo>
                  <a:lnTo>
                    <a:pt x="39351" y="80822"/>
                  </a:lnTo>
                  <a:lnTo>
                    <a:pt x="65673" y="51783"/>
                  </a:lnTo>
                  <a:lnTo>
                    <a:pt x="97156" y="28437"/>
                  </a:lnTo>
                  <a:lnTo>
                    <a:pt x="132588" y="11681"/>
                  </a:lnTo>
                  <a:lnTo>
                    <a:pt x="170608" y="2160"/>
                  </a:lnTo>
                  <a:lnTo>
                    <a:pt x="199932" y="0"/>
                  </a:lnTo>
                  <a:lnTo>
                    <a:pt x="209754" y="240"/>
                  </a:lnTo>
                  <a:lnTo>
                    <a:pt x="248524" y="5993"/>
                  </a:lnTo>
                  <a:lnTo>
                    <a:pt x="285426" y="19199"/>
                  </a:lnTo>
                  <a:lnTo>
                    <a:pt x="319042" y="39351"/>
                  </a:lnTo>
                  <a:lnTo>
                    <a:pt x="348082" y="65674"/>
                  </a:lnTo>
                  <a:lnTo>
                    <a:pt x="371428" y="97156"/>
                  </a:lnTo>
                  <a:lnTo>
                    <a:pt x="388183" y="132588"/>
                  </a:lnTo>
                  <a:lnTo>
                    <a:pt x="397704" y="170608"/>
                  </a:lnTo>
                  <a:lnTo>
                    <a:pt x="399865" y="199932"/>
                  </a:lnTo>
                  <a:close/>
                </a:path>
              </a:pathLst>
            </a:custGeom>
            <a:ln w="1431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70111" y="8776993"/>
              <a:ext cx="281305" cy="281305"/>
            </a:xfrm>
            <a:custGeom>
              <a:avLst/>
              <a:gdLst/>
              <a:ahLst/>
              <a:cxnLst/>
              <a:rect l="l" t="t" r="r" b="b"/>
              <a:pathLst>
                <a:path w="281305" h="281304">
                  <a:moveTo>
                    <a:pt x="140409" y="280818"/>
                  </a:moveTo>
                  <a:lnTo>
                    <a:pt x="99650" y="274773"/>
                  </a:lnTo>
                  <a:lnTo>
                    <a:pt x="62401" y="257155"/>
                  </a:lnTo>
                  <a:lnTo>
                    <a:pt x="31870" y="229484"/>
                  </a:lnTo>
                  <a:lnTo>
                    <a:pt x="10687" y="194141"/>
                  </a:lnTo>
                  <a:lnTo>
                    <a:pt x="674" y="154171"/>
                  </a:lnTo>
                  <a:lnTo>
                    <a:pt x="0" y="140409"/>
                  </a:lnTo>
                  <a:lnTo>
                    <a:pt x="674" y="126646"/>
                  </a:lnTo>
                  <a:lnTo>
                    <a:pt x="10687" y="86676"/>
                  </a:lnTo>
                  <a:lnTo>
                    <a:pt x="31870" y="51333"/>
                  </a:lnTo>
                  <a:lnTo>
                    <a:pt x="62401" y="23663"/>
                  </a:lnTo>
                  <a:lnTo>
                    <a:pt x="99650" y="6044"/>
                  </a:lnTo>
                  <a:lnTo>
                    <a:pt x="140409" y="0"/>
                  </a:lnTo>
                  <a:lnTo>
                    <a:pt x="154171" y="674"/>
                  </a:lnTo>
                  <a:lnTo>
                    <a:pt x="194141" y="10688"/>
                  </a:lnTo>
                  <a:lnTo>
                    <a:pt x="229484" y="31870"/>
                  </a:lnTo>
                  <a:lnTo>
                    <a:pt x="257155" y="62401"/>
                  </a:lnTo>
                  <a:lnTo>
                    <a:pt x="274773" y="99649"/>
                  </a:lnTo>
                  <a:lnTo>
                    <a:pt x="280818" y="140409"/>
                  </a:lnTo>
                  <a:lnTo>
                    <a:pt x="280143" y="154171"/>
                  </a:lnTo>
                  <a:lnTo>
                    <a:pt x="270130" y="194141"/>
                  </a:lnTo>
                  <a:lnTo>
                    <a:pt x="248948" y="229484"/>
                  </a:lnTo>
                  <a:lnTo>
                    <a:pt x="218416" y="257155"/>
                  </a:lnTo>
                  <a:lnTo>
                    <a:pt x="181168" y="274773"/>
                  </a:lnTo>
                  <a:lnTo>
                    <a:pt x="140409" y="280818"/>
                  </a:lnTo>
                  <a:close/>
                </a:path>
              </a:pathLst>
            </a:custGeom>
            <a:solidFill>
              <a:srgbClr val="FFD4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770111" y="8776993"/>
              <a:ext cx="281305" cy="281305"/>
            </a:xfrm>
            <a:custGeom>
              <a:avLst/>
              <a:gdLst/>
              <a:ahLst/>
              <a:cxnLst/>
              <a:rect l="l" t="t" r="r" b="b"/>
              <a:pathLst>
                <a:path w="281305" h="281304">
                  <a:moveTo>
                    <a:pt x="280818" y="140409"/>
                  </a:moveTo>
                  <a:lnTo>
                    <a:pt x="274773" y="181168"/>
                  </a:lnTo>
                  <a:lnTo>
                    <a:pt x="257155" y="218416"/>
                  </a:lnTo>
                  <a:lnTo>
                    <a:pt x="229484" y="248948"/>
                  </a:lnTo>
                  <a:lnTo>
                    <a:pt x="194141" y="270130"/>
                  </a:lnTo>
                  <a:lnTo>
                    <a:pt x="154171" y="280143"/>
                  </a:lnTo>
                  <a:lnTo>
                    <a:pt x="140409" y="280818"/>
                  </a:lnTo>
                  <a:lnTo>
                    <a:pt x="133511" y="280649"/>
                  </a:lnTo>
                  <a:lnTo>
                    <a:pt x="93114" y="272614"/>
                  </a:lnTo>
                  <a:lnTo>
                    <a:pt x="56760" y="253182"/>
                  </a:lnTo>
                  <a:lnTo>
                    <a:pt x="27635" y="224058"/>
                  </a:lnTo>
                  <a:lnTo>
                    <a:pt x="8204" y="187704"/>
                  </a:lnTo>
                  <a:lnTo>
                    <a:pt x="168" y="147307"/>
                  </a:lnTo>
                  <a:lnTo>
                    <a:pt x="0" y="140409"/>
                  </a:lnTo>
                  <a:lnTo>
                    <a:pt x="168" y="133511"/>
                  </a:lnTo>
                  <a:lnTo>
                    <a:pt x="8204" y="93114"/>
                  </a:lnTo>
                  <a:lnTo>
                    <a:pt x="27635" y="56760"/>
                  </a:lnTo>
                  <a:lnTo>
                    <a:pt x="56760" y="27635"/>
                  </a:lnTo>
                  <a:lnTo>
                    <a:pt x="93114" y="8204"/>
                  </a:lnTo>
                  <a:lnTo>
                    <a:pt x="133511" y="168"/>
                  </a:lnTo>
                  <a:lnTo>
                    <a:pt x="140409" y="0"/>
                  </a:lnTo>
                  <a:lnTo>
                    <a:pt x="147307" y="168"/>
                  </a:lnTo>
                  <a:lnTo>
                    <a:pt x="187704" y="8204"/>
                  </a:lnTo>
                  <a:lnTo>
                    <a:pt x="224058" y="27635"/>
                  </a:lnTo>
                  <a:lnTo>
                    <a:pt x="253182" y="56760"/>
                  </a:lnTo>
                  <a:lnTo>
                    <a:pt x="272614" y="93114"/>
                  </a:lnTo>
                  <a:lnTo>
                    <a:pt x="280649" y="133511"/>
                  </a:lnTo>
                  <a:lnTo>
                    <a:pt x="280818" y="140409"/>
                  </a:lnTo>
                  <a:close/>
                </a:path>
              </a:pathLst>
            </a:custGeom>
            <a:ln w="1431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76263" y="9234412"/>
              <a:ext cx="144142" cy="144142"/>
            </a:xfrm>
            <a:prstGeom prst="rect">
              <a:avLst/>
            </a:prstGeom>
          </p:spPr>
        </p:pic>
      </p:grpSp>
      <p:pic>
        <p:nvPicPr>
          <p:cNvPr id="28" name="object 2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23430" y="8624978"/>
            <a:ext cx="75441" cy="75441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277322" y="7928117"/>
            <a:ext cx="91619" cy="91619"/>
          </a:xfrm>
          <a:prstGeom prst="rect">
            <a:avLst/>
          </a:prstGeom>
        </p:spPr>
      </p:pic>
      <p:pic>
        <p:nvPicPr>
          <p:cNvPr id="30" name="object 3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766654" y="7247278"/>
            <a:ext cx="140461" cy="140461"/>
          </a:xfrm>
          <a:prstGeom prst="rect">
            <a:avLst/>
          </a:prstGeom>
        </p:spPr>
      </p:pic>
      <p:grpSp>
        <p:nvGrpSpPr>
          <p:cNvPr id="31" name="object 31"/>
          <p:cNvGrpSpPr/>
          <p:nvPr/>
        </p:nvGrpSpPr>
        <p:grpSpPr>
          <a:xfrm>
            <a:off x="1285411" y="7425693"/>
            <a:ext cx="245745" cy="245745"/>
            <a:chOff x="1713881" y="8186424"/>
            <a:chExt cx="327660" cy="327660"/>
          </a:xfrm>
        </p:grpSpPr>
        <p:sp>
          <p:nvSpPr>
            <p:cNvPr id="32" name="object 32"/>
            <p:cNvSpPr/>
            <p:nvPr/>
          </p:nvSpPr>
          <p:spPr>
            <a:xfrm>
              <a:off x="1721036" y="8193579"/>
              <a:ext cx="313690" cy="313690"/>
            </a:xfrm>
            <a:custGeom>
              <a:avLst/>
              <a:gdLst/>
              <a:ahLst/>
              <a:cxnLst/>
              <a:rect l="l" t="t" r="r" b="b"/>
              <a:pathLst>
                <a:path w="313689" h="313690">
                  <a:moveTo>
                    <a:pt x="156586" y="313172"/>
                  </a:moveTo>
                  <a:lnTo>
                    <a:pt x="111131" y="306431"/>
                  </a:lnTo>
                  <a:lnTo>
                    <a:pt x="69591" y="286783"/>
                  </a:lnTo>
                  <a:lnTo>
                    <a:pt x="35542" y="255924"/>
                  </a:lnTo>
                  <a:lnTo>
                    <a:pt x="11919" y="216509"/>
                  </a:lnTo>
                  <a:lnTo>
                    <a:pt x="752" y="171934"/>
                  </a:lnTo>
                  <a:lnTo>
                    <a:pt x="0" y="156586"/>
                  </a:lnTo>
                  <a:lnTo>
                    <a:pt x="752" y="141238"/>
                  </a:lnTo>
                  <a:lnTo>
                    <a:pt x="11919" y="96663"/>
                  </a:lnTo>
                  <a:lnTo>
                    <a:pt x="35541" y="57247"/>
                  </a:lnTo>
                  <a:lnTo>
                    <a:pt x="69591" y="26389"/>
                  </a:lnTo>
                  <a:lnTo>
                    <a:pt x="111131" y="6740"/>
                  </a:lnTo>
                  <a:lnTo>
                    <a:pt x="156586" y="0"/>
                  </a:lnTo>
                  <a:lnTo>
                    <a:pt x="171934" y="752"/>
                  </a:lnTo>
                  <a:lnTo>
                    <a:pt x="216509" y="11919"/>
                  </a:lnTo>
                  <a:lnTo>
                    <a:pt x="255924" y="35542"/>
                  </a:lnTo>
                  <a:lnTo>
                    <a:pt x="286782" y="69591"/>
                  </a:lnTo>
                  <a:lnTo>
                    <a:pt x="306431" y="111131"/>
                  </a:lnTo>
                  <a:lnTo>
                    <a:pt x="313172" y="156586"/>
                  </a:lnTo>
                  <a:lnTo>
                    <a:pt x="312420" y="171934"/>
                  </a:lnTo>
                  <a:lnTo>
                    <a:pt x="301253" y="216509"/>
                  </a:lnTo>
                  <a:lnTo>
                    <a:pt x="277630" y="255924"/>
                  </a:lnTo>
                  <a:lnTo>
                    <a:pt x="243581" y="286783"/>
                  </a:lnTo>
                  <a:lnTo>
                    <a:pt x="202041" y="306431"/>
                  </a:lnTo>
                  <a:lnTo>
                    <a:pt x="156586" y="31317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721036" y="8193579"/>
              <a:ext cx="313690" cy="313690"/>
            </a:xfrm>
            <a:custGeom>
              <a:avLst/>
              <a:gdLst/>
              <a:ahLst/>
              <a:cxnLst/>
              <a:rect l="l" t="t" r="r" b="b"/>
              <a:pathLst>
                <a:path w="313689" h="313690">
                  <a:moveTo>
                    <a:pt x="313172" y="156586"/>
                  </a:moveTo>
                  <a:lnTo>
                    <a:pt x="308478" y="194643"/>
                  </a:lnTo>
                  <a:lnTo>
                    <a:pt x="294684" y="230401"/>
                  </a:lnTo>
                  <a:lnTo>
                    <a:pt x="272616" y="261737"/>
                  </a:lnTo>
                  <a:lnTo>
                    <a:pt x="243581" y="286783"/>
                  </a:lnTo>
                  <a:lnTo>
                    <a:pt x="209330" y="304023"/>
                  </a:lnTo>
                  <a:lnTo>
                    <a:pt x="171934" y="312420"/>
                  </a:lnTo>
                  <a:lnTo>
                    <a:pt x="156586" y="313172"/>
                  </a:lnTo>
                  <a:lnTo>
                    <a:pt x="148893" y="312984"/>
                  </a:lnTo>
                  <a:lnTo>
                    <a:pt x="111131" y="306431"/>
                  </a:lnTo>
                  <a:lnTo>
                    <a:pt x="76092" y="290900"/>
                  </a:lnTo>
                  <a:lnTo>
                    <a:pt x="45863" y="267309"/>
                  </a:lnTo>
                  <a:lnTo>
                    <a:pt x="22272" y="237080"/>
                  </a:lnTo>
                  <a:lnTo>
                    <a:pt x="6740" y="202041"/>
                  </a:lnTo>
                  <a:lnTo>
                    <a:pt x="187" y="164279"/>
                  </a:lnTo>
                  <a:lnTo>
                    <a:pt x="0" y="156586"/>
                  </a:lnTo>
                  <a:lnTo>
                    <a:pt x="187" y="148893"/>
                  </a:lnTo>
                  <a:lnTo>
                    <a:pt x="6740" y="111131"/>
                  </a:lnTo>
                  <a:lnTo>
                    <a:pt x="22271" y="76092"/>
                  </a:lnTo>
                  <a:lnTo>
                    <a:pt x="45863" y="45863"/>
                  </a:lnTo>
                  <a:lnTo>
                    <a:pt x="76092" y="22272"/>
                  </a:lnTo>
                  <a:lnTo>
                    <a:pt x="111131" y="6740"/>
                  </a:lnTo>
                  <a:lnTo>
                    <a:pt x="148893" y="188"/>
                  </a:lnTo>
                  <a:lnTo>
                    <a:pt x="156586" y="0"/>
                  </a:lnTo>
                  <a:lnTo>
                    <a:pt x="164279" y="188"/>
                  </a:lnTo>
                  <a:lnTo>
                    <a:pt x="202041" y="6740"/>
                  </a:lnTo>
                  <a:lnTo>
                    <a:pt x="237080" y="22272"/>
                  </a:lnTo>
                  <a:lnTo>
                    <a:pt x="267309" y="45863"/>
                  </a:lnTo>
                  <a:lnTo>
                    <a:pt x="290900" y="76092"/>
                  </a:lnTo>
                  <a:lnTo>
                    <a:pt x="306431" y="111131"/>
                  </a:lnTo>
                  <a:lnTo>
                    <a:pt x="312984" y="148893"/>
                  </a:lnTo>
                  <a:lnTo>
                    <a:pt x="313172" y="156586"/>
                  </a:lnTo>
                  <a:close/>
                </a:path>
              </a:pathLst>
            </a:custGeom>
            <a:ln w="1431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34" name="object 34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507353" y="8584536"/>
            <a:ext cx="180904" cy="180904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481934C2-E2C7-1B09-5234-05A4C840FE70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33" y="0"/>
            <a:ext cx="3024492" cy="302449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EF04CB1-918E-C40A-1266-D502F6FD3416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926175" y="121716"/>
            <a:ext cx="9984421" cy="1005098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795775-DCB7-DCDF-E6EE-6D6E626E9F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C7BABD9E-8974-B61E-EA61-457C812F560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429800"/>
            <a:ext cx="13637396" cy="7572542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DC555386-02CE-3CF5-9096-216C2E531864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783439" y="1406873"/>
            <a:ext cx="174140" cy="17414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09BD141-D61A-02FC-118B-E31131C1A00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42" y="8814"/>
            <a:ext cx="2551688" cy="255168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0657842-008E-5BB4-13C6-4F5C8A149F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03972" y="30349"/>
            <a:ext cx="8140228" cy="10305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672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22C101-C0F2-9123-D79D-AC185A9FF5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57B10E02-EE2E-0BD3-B872-BAB94A333EB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406873"/>
            <a:ext cx="13715999" cy="750995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1C3F4CB-3233-50D1-BD74-C2F7E44DEB0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187" y="-20463"/>
            <a:ext cx="1963563" cy="1963563"/>
          </a:xfrm>
          <a:prstGeom prst="rect">
            <a:avLst/>
          </a:prstGeom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82616A1-F215-D579-3C1A-677BDABBFD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7494266"/>
              </p:ext>
            </p:extLst>
          </p:nvPr>
        </p:nvGraphicFramePr>
        <p:xfrm>
          <a:off x="623584" y="1911485"/>
          <a:ext cx="6386816" cy="549142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30634">
                  <a:extLst>
                    <a:ext uri="{9D8B030D-6E8A-4147-A177-3AD203B41FA5}">
                      <a16:colId xmlns:a16="http://schemas.microsoft.com/office/drawing/2014/main" val="2245977322"/>
                    </a:ext>
                  </a:extLst>
                </a:gridCol>
                <a:gridCol w="2956182">
                  <a:extLst>
                    <a:ext uri="{9D8B030D-6E8A-4147-A177-3AD203B41FA5}">
                      <a16:colId xmlns:a16="http://schemas.microsoft.com/office/drawing/2014/main" val="3733661695"/>
                    </a:ext>
                  </a:extLst>
                </a:gridCol>
              </a:tblGrid>
              <a:tr h="56160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4000" u="none" strike="noStrike" dirty="0">
                          <a:effectLst/>
                        </a:rPr>
                        <a:t>KKKS</a:t>
                      </a:r>
                      <a:endParaRPr lang="en-US" sz="4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3696" marR="3696" marT="3696" marB="0" anchor="b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4000" u="none" strike="noStrike" dirty="0">
                          <a:effectLst/>
                        </a:rPr>
                        <a:t>1,900,000 </a:t>
                      </a:r>
                      <a:endParaRPr lang="en-US" sz="4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3696" marR="3696" marT="3696" marB="0" anchor="ctr"/>
                </a:tc>
                <a:extLst>
                  <a:ext uri="{0D108BD9-81ED-4DB2-BD59-A6C34878D82A}">
                    <a16:rowId xmlns:a16="http://schemas.microsoft.com/office/drawing/2014/main" val="2575393760"/>
                  </a:ext>
                </a:extLst>
              </a:tr>
              <a:tr h="56160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4000" u="none" strike="noStrike" dirty="0">
                          <a:effectLst/>
                        </a:rPr>
                        <a:t>KKG Guru </a:t>
                      </a:r>
                      <a:r>
                        <a:rPr lang="en-US" sz="4000" u="none" strike="noStrike" dirty="0" err="1">
                          <a:effectLst/>
                        </a:rPr>
                        <a:t>Kelas</a:t>
                      </a:r>
                      <a:endParaRPr lang="en-US" sz="4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3696" marR="3696" marT="3696" marB="0" anchor="b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4000" u="none" strike="noStrike" dirty="0">
                          <a:effectLst/>
                        </a:rPr>
                        <a:t>2,880,000 </a:t>
                      </a:r>
                      <a:endParaRPr lang="en-US" sz="4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3696" marR="3696" marT="3696" marB="0" anchor="ctr"/>
                </a:tc>
                <a:extLst>
                  <a:ext uri="{0D108BD9-81ED-4DB2-BD59-A6C34878D82A}">
                    <a16:rowId xmlns:a16="http://schemas.microsoft.com/office/drawing/2014/main" val="4165017970"/>
                  </a:ext>
                </a:extLst>
              </a:tr>
              <a:tr h="56160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4000" u="none" strike="noStrike">
                          <a:effectLst/>
                        </a:rPr>
                        <a:t>KKG Guru PJOK</a:t>
                      </a:r>
                      <a:endParaRPr lang="en-US" sz="4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3696" marR="3696" marT="3696" marB="0" anchor="b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4000" u="none" strike="noStrike" dirty="0">
                          <a:effectLst/>
                        </a:rPr>
                        <a:t>480,000 </a:t>
                      </a:r>
                      <a:endParaRPr lang="en-US" sz="4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3696" marR="3696" marT="3696" marB="0" anchor="ctr"/>
                </a:tc>
                <a:extLst>
                  <a:ext uri="{0D108BD9-81ED-4DB2-BD59-A6C34878D82A}">
                    <a16:rowId xmlns:a16="http://schemas.microsoft.com/office/drawing/2014/main" val="4211258796"/>
                  </a:ext>
                </a:extLst>
              </a:tr>
              <a:tr h="56160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4000" u="none" strike="noStrike">
                          <a:effectLst/>
                        </a:rPr>
                        <a:t>KKG Guru PAI</a:t>
                      </a:r>
                      <a:endParaRPr lang="en-US" sz="4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3696" marR="3696" marT="3696" marB="0" anchor="b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4000" u="none" strike="noStrike" dirty="0">
                          <a:effectLst/>
                        </a:rPr>
                        <a:t>480,000 </a:t>
                      </a:r>
                      <a:endParaRPr lang="en-US" sz="4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3696" marR="3696" marT="3696" marB="0" anchor="ctr"/>
                </a:tc>
                <a:extLst>
                  <a:ext uri="{0D108BD9-81ED-4DB2-BD59-A6C34878D82A}">
                    <a16:rowId xmlns:a16="http://schemas.microsoft.com/office/drawing/2014/main" val="754914293"/>
                  </a:ext>
                </a:extLst>
              </a:tr>
              <a:tr h="111982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4000" u="none" strike="noStrike" dirty="0">
                          <a:effectLst/>
                        </a:rPr>
                        <a:t>KK Operator </a:t>
                      </a:r>
                      <a:r>
                        <a:rPr lang="en-US" sz="4000" u="none" strike="noStrike" dirty="0" err="1">
                          <a:effectLst/>
                        </a:rPr>
                        <a:t>Dapodik</a:t>
                      </a:r>
                      <a:endParaRPr lang="en-US" sz="4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3696" marR="3696" marT="3696" marB="0" anchor="b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4000" u="none" strike="noStrike" dirty="0">
                          <a:effectLst/>
                        </a:rPr>
                        <a:t>780,000 </a:t>
                      </a:r>
                      <a:endParaRPr lang="en-US" sz="4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3696" marR="3696" marT="3696" marB="0" anchor="ctr"/>
                </a:tc>
                <a:extLst>
                  <a:ext uri="{0D108BD9-81ED-4DB2-BD59-A6C34878D82A}">
                    <a16:rowId xmlns:a16="http://schemas.microsoft.com/office/drawing/2014/main" val="3402593932"/>
                  </a:ext>
                </a:extLst>
              </a:tr>
              <a:tr h="59614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3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96" marR="3696" marT="3696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3600" u="none" strike="noStrike" dirty="0">
                          <a:effectLst/>
                        </a:rPr>
                        <a:t> </a:t>
                      </a:r>
                      <a:endParaRPr lang="en-US" sz="3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96" marR="3696" marT="3696" marB="0" anchor="b"/>
                </a:tc>
                <a:extLst>
                  <a:ext uri="{0D108BD9-81ED-4DB2-BD59-A6C34878D82A}">
                    <a16:rowId xmlns:a16="http://schemas.microsoft.com/office/drawing/2014/main" val="1829992392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E5AFE83-DC0C-3D20-98EF-9F68FBF097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9055348"/>
              </p:ext>
            </p:extLst>
          </p:nvPr>
        </p:nvGraphicFramePr>
        <p:xfrm>
          <a:off x="7162800" y="1911485"/>
          <a:ext cx="5929616" cy="55968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91176">
                  <a:extLst>
                    <a:ext uri="{9D8B030D-6E8A-4147-A177-3AD203B41FA5}">
                      <a16:colId xmlns:a16="http://schemas.microsoft.com/office/drawing/2014/main" val="2245977322"/>
                    </a:ext>
                  </a:extLst>
                </a:gridCol>
                <a:gridCol w="2338440">
                  <a:extLst>
                    <a:ext uri="{9D8B030D-6E8A-4147-A177-3AD203B41FA5}">
                      <a16:colId xmlns:a16="http://schemas.microsoft.com/office/drawing/2014/main" val="3733661695"/>
                    </a:ext>
                  </a:extLst>
                </a:gridCol>
              </a:tblGrid>
              <a:tr h="119622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4000" u="none" strike="noStrike" dirty="0">
                          <a:effectLst/>
                        </a:rPr>
                        <a:t>Jaksa Masuk </a:t>
                      </a:r>
                      <a:r>
                        <a:rPr lang="en-US" sz="4000" u="none" strike="noStrike" dirty="0" err="1">
                          <a:effectLst/>
                        </a:rPr>
                        <a:t>Sekolah</a:t>
                      </a:r>
                      <a:endParaRPr lang="en-US" sz="4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3696" marR="3696" marT="3696" marB="0" anchor="b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4000" u="none" strike="noStrike" dirty="0">
                          <a:effectLst/>
                        </a:rPr>
                        <a:t>300,000 </a:t>
                      </a:r>
                      <a:endParaRPr lang="en-US" sz="4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3696" marR="3696" marT="3696" marB="0" anchor="ctr"/>
                </a:tc>
                <a:extLst>
                  <a:ext uri="{0D108BD9-81ED-4DB2-BD59-A6C34878D82A}">
                    <a16:rowId xmlns:a16="http://schemas.microsoft.com/office/drawing/2014/main" val="2575393760"/>
                  </a:ext>
                </a:extLst>
              </a:tr>
              <a:tr h="119622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4000" u="none" strike="noStrike" dirty="0">
                          <a:effectLst/>
                        </a:rPr>
                        <a:t>HUT Kota Yogya</a:t>
                      </a:r>
                      <a:endParaRPr lang="en-US" sz="4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3696" marR="3696" marT="3696" marB="0" anchor="b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4000" u="none" strike="noStrike" dirty="0">
                          <a:effectLst/>
                        </a:rPr>
                        <a:t>500,000 </a:t>
                      </a:r>
                      <a:endParaRPr lang="en-US" sz="4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3696" marR="3696" marT="3696" marB="0" anchor="ctr"/>
                </a:tc>
                <a:extLst>
                  <a:ext uri="{0D108BD9-81ED-4DB2-BD59-A6C34878D82A}">
                    <a16:rowId xmlns:a16="http://schemas.microsoft.com/office/drawing/2014/main" val="4165017970"/>
                  </a:ext>
                </a:extLst>
              </a:tr>
              <a:tr h="119622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4000" u="none" strike="noStrike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Partisipasi</a:t>
                      </a:r>
                      <a:r>
                        <a:rPr lang="en-US" sz="400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Lomba</a:t>
                      </a:r>
                    </a:p>
                  </a:txBody>
                  <a:tcPr marL="3696" marR="3696" marT="3696" marB="0" anchor="b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400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1,100000</a:t>
                      </a:r>
                    </a:p>
                  </a:txBody>
                  <a:tcPr marL="3696" marR="3696" marT="3696" marB="0" anchor="ctr"/>
                </a:tc>
                <a:extLst>
                  <a:ext uri="{0D108BD9-81ED-4DB2-BD59-A6C34878D82A}">
                    <a16:rowId xmlns:a16="http://schemas.microsoft.com/office/drawing/2014/main" val="4211258796"/>
                  </a:ext>
                </a:extLst>
              </a:tr>
              <a:tr h="59992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4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3696" marR="3696" marT="3696" marB="0" anchor="b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US" sz="4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3696" marR="3696" marT="3696" marB="0" anchor="ctr"/>
                </a:tc>
                <a:extLst>
                  <a:ext uri="{0D108BD9-81ED-4DB2-BD59-A6C34878D82A}">
                    <a16:rowId xmlns:a16="http://schemas.microsoft.com/office/drawing/2014/main" val="754914293"/>
                  </a:ext>
                </a:extLst>
              </a:tr>
              <a:tr h="76253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4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3696" marR="3696" marT="3696" marB="0" anchor="b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US" sz="4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3696" marR="3696" marT="3696" marB="0" anchor="ctr"/>
                </a:tc>
                <a:extLst>
                  <a:ext uri="{0D108BD9-81ED-4DB2-BD59-A6C34878D82A}">
                    <a16:rowId xmlns:a16="http://schemas.microsoft.com/office/drawing/2014/main" val="3402593932"/>
                  </a:ext>
                </a:extLst>
              </a:tr>
              <a:tr h="54029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3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96" marR="3696" marT="3696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3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96" marR="3696" marT="3696" marB="0" anchor="b"/>
                </a:tc>
                <a:extLst>
                  <a:ext uri="{0D108BD9-81ED-4DB2-BD59-A6C34878D82A}">
                    <a16:rowId xmlns:a16="http://schemas.microsoft.com/office/drawing/2014/main" val="1829992392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A9BF2522-FA76-CEB7-0A63-8DA97F3976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0" y="800100"/>
            <a:ext cx="8897592" cy="98121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728D3B5-9E00-6026-2E08-BE3B4568FA2A}"/>
              </a:ext>
            </a:extLst>
          </p:cNvPr>
          <p:cNvSpPr txBox="1"/>
          <p:nvPr/>
        </p:nvSpPr>
        <p:spPr>
          <a:xfrm>
            <a:off x="3428999" y="190500"/>
            <a:ext cx="7848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</a:rPr>
              <a:t>PROGRAM MANDATORY</a:t>
            </a:r>
          </a:p>
        </p:txBody>
      </p:sp>
    </p:spTree>
    <p:extLst>
      <p:ext uri="{BB962C8B-B14F-4D97-AF65-F5344CB8AC3E}">
        <p14:creationId xmlns:p14="http://schemas.microsoft.com/office/powerpoint/2010/main" val="39372964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285875"/>
            <a:ext cx="13716109" cy="77152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BB6CEB6-A8AD-93CA-99DC-5F300E1D2B3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1" y="1"/>
            <a:ext cx="2400300" cy="24003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BEB70FE-7352-F63C-9996-70498F8D72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03274" y="114300"/>
            <a:ext cx="8502926" cy="1015755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C9E5BEC-652C-3040-CB84-13BE1A51C5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81EF17A5-0CC6-2C31-9AC6-80457658630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285875"/>
            <a:ext cx="13716109" cy="77152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FAC87FA-D832-71D1-37A2-8725C40DB7F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1" y="1"/>
            <a:ext cx="2400300" cy="24003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3958704-9CDA-3594-6EB7-55ADBB1A51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6600" y="0"/>
            <a:ext cx="8106499" cy="10032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99456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0955999" y="1285875"/>
            <a:ext cx="2760345" cy="7715250"/>
            <a:chOff x="14607998" y="0"/>
            <a:chExt cx="3680460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274838" y="0"/>
              <a:ext cx="2013160" cy="10287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4607998" y="7073858"/>
              <a:ext cx="3680460" cy="3213735"/>
            </a:xfrm>
            <a:custGeom>
              <a:avLst/>
              <a:gdLst/>
              <a:ahLst/>
              <a:cxnLst/>
              <a:rect l="l" t="t" r="r" b="b"/>
              <a:pathLst>
                <a:path w="3680459" h="3213734">
                  <a:moveTo>
                    <a:pt x="614724" y="2256083"/>
                  </a:moveTo>
                  <a:lnTo>
                    <a:pt x="1715945" y="3004421"/>
                  </a:lnTo>
                  <a:lnTo>
                    <a:pt x="1507299" y="3103644"/>
                  </a:lnTo>
                  <a:lnTo>
                    <a:pt x="1220545" y="3213140"/>
                  </a:lnTo>
                  <a:lnTo>
                    <a:pt x="59392" y="3213140"/>
                  </a:lnTo>
                  <a:lnTo>
                    <a:pt x="38464" y="3176528"/>
                  </a:lnTo>
                  <a:lnTo>
                    <a:pt x="13489" y="3110511"/>
                  </a:lnTo>
                  <a:lnTo>
                    <a:pt x="1444" y="3041842"/>
                  </a:lnTo>
                  <a:lnTo>
                    <a:pt x="0" y="3006748"/>
                  </a:lnTo>
                  <a:lnTo>
                    <a:pt x="1462" y="2971274"/>
                  </a:lnTo>
                  <a:lnTo>
                    <a:pt x="12672" y="2899564"/>
                  </a:lnTo>
                  <a:lnTo>
                    <a:pt x="34207" y="2827465"/>
                  </a:lnTo>
                  <a:lnTo>
                    <a:pt x="48575" y="2791506"/>
                  </a:lnTo>
                  <a:lnTo>
                    <a:pt x="65198" y="2755734"/>
                  </a:lnTo>
                  <a:lnTo>
                    <a:pt x="83967" y="2720241"/>
                  </a:lnTo>
                  <a:lnTo>
                    <a:pt x="104774" y="2685124"/>
                  </a:lnTo>
                  <a:lnTo>
                    <a:pt x="127511" y="2650476"/>
                  </a:lnTo>
                  <a:lnTo>
                    <a:pt x="152069" y="2616391"/>
                  </a:lnTo>
                  <a:lnTo>
                    <a:pt x="178339" y="2582964"/>
                  </a:lnTo>
                  <a:lnTo>
                    <a:pt x="206212" y="2550290"/>
                  </a:lnTo>
                  <a:lnTo>
                    <a:pt x="235581" y="2518462"/>
                  </a:lnTo>
                  <a:lnTo>
                    <a:pt x="266335" y="2487576"/>
                  </a:lnTo>
                  <a:lnTo>
                    <a:pt x="298368" y="2457724"/>
                  </a:lnTo>
                  <a:lnTo>
                    <a:pt x="331570" y="2429003"/>
                  </a:lnTo>
                  <a:lnTo>
                    <a:pt x="365832" y="2401506"/>
                  </a:lnTo>
                  <a:lnTo>
                    <a:pt x="401046" y="2375327"/>
                  </a:lnTo>
                  <a:lnTo>
                    <a:pt x="437103" y="2350562"/>
                  </a:lnTo>
                  <a:lnTo>
                    <a:pt x="473896" y="2327303"/>
                  </a:lnTo>
                  <a:lnTo>
                    <a:pt x="511314" y="2305647"/>
                  </a:lnTo>
                  <a:lnTo>
                    <a:pt x="549250" y="2285686"/>
                  </a:lnTo>
                  <a:lnTo>
                    <a:pt x="587594" y="2267516"/>
                  </a:lnTo>
                  <a:lnTo>
                    <a:pt x="614724" y="2256083"/>
                  </a:lnTo>
                  <a:close/>
                </a:path>
                <a:path w="3680459" h="3213734">
                  <a:moveTo>
                    <a:pt x="916164" y="2199121"/>
                  </a:moveTo>
                  <a:lnTo>
                    <a:pt x="2216986" y="3083099"/>
                  </a:lnTo>
                  <a:lnTo>
                    <a:pt x="2218404" y="3134598"/>
                  </a:lnTo>
                  <a:lnTo>
                    <a:pt x="2218881" y="3174905"/>
                  </a:lnTo>
                  <a:lnTo>
                    <a:pt x="2219009" y="3213140"/>
                  </a:lnTo>
                  <a:lnTo>
                    <a:pt x="1527934" y="3213140"/>
                  </a:lnTo>
                  <a:lnTo>
                    <a:pt x="1591963" y="3121302"/>
                  </a:lnTo>
                  <a:lnTo>
                    <a:pt x="1715945" y="3004421"/>
                  </a:lnTo>
                  <a:lnTo>
                    <a:pt x="614724" y="2256083"/>
                  </a:lnTo>
                  <a:lnTo>
                    <a:pt x="665076" y="2236924"/>
                  </a:lnTo>
                  <a:lnTo>
                    <a:pt x="703995" y="2224692"/>
                  </a:lnTo>
                  <a:lnTo>
                    <a:pt x="742889" y="2214627"/>
                  </a:lnTo>
                  <a:lnTo>
                    <a:pt x="781649" y="2206824"/>
                  </a:lnTo>
                  <a:lnTo>
                    <a:pt x="820166" y="2201379"/>
                  </a:lnTo>
                  <a:lnTo>
                    <a:pt x="858332" y="2198384"/>
                  </a:lnTo>
                  <a:lnTo>
                    <a:pt x="896038" y="2197934"/>
                  </a:lnTo>
                  <a:lnTo>
                    <a:pt x="916164" y="2199121"/>
                  </a:lnTo>
                  <a:close/>
                </a:path>
                <a:path w="3680459" h="3213734">
                  <a:moveTo>
                    <a:pt x="3680000" y="2469044"/>
                  </a:moveTo>
                  <a:lnTo>
                    <a:pt x="3680000" y="3213140"/>
                  </a:lnTo>
                  <a:lnTo>
                    <a:pt x="2323106" y="3213140"/>
                  </a:lnTo>
                  <a:lnTo>
                    <a:pt x="2216986" y="3083099"/>
                  </a:lnTo>
                  <a:lnTo>
                    <a:pt x="916164" y="2199121"/>
                  </a:lnTo>
                  <a:lnTo>
                    <a:pt x="969635" y="2205049"/>
                  </a:lnTo>
                  <a:lnTo>
                    <a:pt x="1040089" y="2223478"/>
                  </a:lnTo>
                  <a:lnTo>
                    <a:pt x="1073866" y="2237171"/>
                  </a:lnTo>
                  <a:lnTo>
                    <a:pt x="589358" y="1907923"/>
                  </a:lnTo>
                  <a:lnTo>
                    <a:pt x="541176" y="1872104"/>
                  </a:lnTo>
                  <a:lnTo>
                    <a:pt x="275387" y="1504369"/>
                  </a:lnTo>
                  <a:lnTo>
                    <a:pt x="365589" y="1091919"/>
                  </a:lnTo>
                  <a:lnTo>
                    <a:pt x="537960" y="1025266"/>
                  </a:lnTo>
                  <a:lnTo>
                    <a:pt x="1473328" y="1660898"/>
                  </a:lnTo>
                  <a:lnTo>
                    <a:pt x="1410132" y="1371618"/>
                  </a:lnTo>
                  <a:lnTo>
                    <a:pt x="1401298" y="1307208"/>
                  </a:lnTo>
                  <a:lnTo>
                    <a:pt x="2674906" y="2172692"/>
                  </a:lnTo>
                  <a:lnTo>
                    <a:pt x="2705866" y="2176623"/>
                  </a:lnTo>
                  <a:lnTo>
                    <a:pt x="2778550" y="2187287"/>
                  </a:lnTo>
                  <a:lnTo>
                    <a:pt x="2826474" y="2195195"/>
                  </a:lnTo>
                  <a:lnTo>
                    <a:pt x="2881005" y="2204972"/>
                  </a:lnTo>
                  <a:lnTo>
                    <a:pt x="2941311" y="2216730"/>
                  </a:lnTo>
                  <a:lnTo>
                    <a:pt x="3006555" y="2230581"/>
                  </a:lnTo>
                  <a:lnTo>
                    <a:pt x="3075904" y="2246640"/>
                  </a:lnTo>
                  <a:lnTo>
                    <a:pt x="3148523" y="2265017"/>
                  </a:lnTo>
                  <a:lnTo>
                    <a:pt x="3185798" y="2275111"/>
                  </a:lnTo>
                  <a:lnTo>
                    <a:pt x="3223578" y="2285827"/>
                  </a:lnTo>
                  <a:lnTo>
                    <a:pt x="3261758" y="2297179"/>
                  </a:lnTo>
                  <a:lnTo>
                    <a:pt x="3300233" y="2309181"/>
                  </a:lnTo>
                  <a:lnTo>
                    <a:pt x="3338901" y="2321848"/>
                  </a:lnTo>
                  <a:lnTo>
                    <a:pt x="3377655" y="2335193"/>
                  </a:lnTo>
                  <a:lnTo>
                    <a:pt x="3416393" y="2349231"/>
                  </a:lnTo>
                  <a:lnTo>
                    <a:pt x="3455009" y="2363976"/>
                  </a:lnTo>
                  <a:lnTo>
                    <a:pt x="3493399" y="2379441"/>
                  </a:lnTo>
                  <a:lnTo>
                    <a:pt x="3531460" y="2395641"/>
                  </a:lnTo>
                  <a:lnTo>
                    <a:pt x="3569086" y="2412591"/>
                  </a:lnTo>
                  <a:lnTo>
                    <a:pt x="3606174" y="2430303"/>
                  </a:lnTo>
                  <a:lnTo>
                    <a:pt x="3642618" y="2448792"/>
                  </a:lnTo>
                  <a:lnTo>
                    <a:pt x="3678315" y="2468073"/>
                  </a:lnTo>
                  <a:lnTo>
                    <a:pt x="3680000" y="2469044"/>
                  </a:lnTo>
                  <a:close/>
                </a:path>
                <a:path w="3680459" h="3213734">
                  <a:moveTo>
                    <a:pt x="589358" y="1907923"/>
                  </a:moveTo>
                  <a:lnTo>
                    <a:pt x="1073866" y="2237171"/>
                  </a:lnTo>
                  <a:lnTo>
                    <a:pt x="896241" y="2136060"/>
                  </a:lnTo>
                  <a:lnTo>
                    <a:pt x="589358" y="1907923"/>
                  </a:lnTo>
                  <a:close/>
                </a:path>
                <a:path w="3680459" h="3213734">
                  <a:moveTo>
                    <a:pt x="1098009" y="1168850"/>
                  </a:moveTo>
                  <a:lnTo>
                    <a:pt x="1367200" y="1494161"/>
                  </a:lnTo>
                  <a:lnTo>
                    <a:pt x="1473328" y="1660898"/>
                  </a:lnTo>
                  <a:lnTo>
                    <a:pt x="537960" y="1025266"/>
                  </a:lnTo>
                  <a:lnTo>
                    <a:pt x="739543" y="947318"/>
                  </a:lnTo>
                  <a:lnTo>
                    <a:pt x="1098009" y="1168850"/>
                  </a:lnTo>
                  <a:close/>
                </a:path>
                <a:path w="3680459" h="3213734">
                  <a:moveTo>
                    <a:pt x="3680000" y="1053147"/>
                  </a:moveTo>
                  <a:lnTo>
                    <a:pt x="3680000" y="2151224"/>
                  </a:lnTo>
                  <a:lnTo>
                    <a:pt x="3625245" y="2178659"/>
                  </a:lnTo>
                  <a:lnTo>
                    <a:pt x="3587828" y="2194591"/>
                  </a:lnTo>
                  <a:lnTo>
                    <a:pt x="3550109" y="2208557"/>
                  </a:lnTo>
                  <a:lnTo>
                    <a:pt x="3512190" y="2220510"/>
                  </a:lnTo>
                  <a:lnTo>
                    <a:pt x="3474171" y="2230402"/>
                  </a:lnTo>
                  <a:lnTo>
                    <a:pt x="3436154" y="2238187"/>
                  </a:lnTo>
                  <a:lnTo>
                    <a:pt x="3398241" y="2243818"/>
                  </a:lnTo>
                  <a:lnTo>
                    <a:pt x="3323129" y="2248428"/>
                  </a:lnTo>
                  <a:lnTo>
                    <a:pt x="3286134" y="2247312"/>
                  </a:lnTo>
                  <a:lnTo>
                    <a:pt x="3249646" y="2243854"/>
                  </a:lnTo>
                  <a:lnTo>
                    <a:pt x="2674906" y="2172692"/>
                  </a:lnTo>
                  <a:lnTo>
                    <a:pt x="1401298" y="1307208"/>
                  </a:lnTo>
                  <a:lnTo>
                    <a:pt x="1333197" y="810623"/>
                  </a:lnTo>
                  <a:lnTo>
                    <a:pt x="2162114" y="1373915"/>
                  </a:lnTo>
                  <a:lnTo>
                    <a:pt x="2263721" y="1137615"/>
                  </a:lnTo>
                  <a:lnTo>
                    <a:pt x="2416782" y="837481"/>
                  </a:lnTo>
                  <a:lnTo>
                    <a:pt x="3161774" y="1343742"/>
                  </a:lnTo>
                  <a:lnTo>
                    <a:pt x="3206127" y="1313921"/>
                  </a:lnTo>
                  <a:lnTo>
                    <a:pt x="3251045" y="1284456"/>
                  </a:lnTo>
                  <a:lnTo>
                    <a:pt x="3296386" y="1255508"/>
                  </a:lnTo>
                  <a:lnTo>
                    <a:pt x="3342007" y="1227242"/>
                  </a:lnTo>
                  <a:lnTo>
                    <a:pt x="3387766" y="1199820"/>
                  </a:lnTo>
                  <a:lnTo>
                    <a:pt x="3433522" y="1173406"/>
                  </a:lnTo>
                  <a:lnTo>
                    <a:pt x="3479131" y="1148163"/>
                  </a:lnTo>
                  <a:lnTo>
                    <a:pt x="3524452" y="1124253"/>
                  </a:lnTo>
                  <a:lnTo>
                    <a:pt x="3569343" y="1101841"/>
                  </a:lnTo>
                  <a:lnTo>
                    <a:pt x="3613661" y="1081088"/>
                  </a:lnTo>
                  <a:lnTo>
                    <a:pt x="3657264" y="1062159"/>
                  </a:lnTo>
                  <a:lnTo>
                    <a:pt x="3680000" y="1053147"/>
                  </a:lnTo>
                  <a:close/>
                </a:path>
                <a:path w="3680459" h="3213734">
                  <a:moveTo>
                    <a:pt x="1716043" y="0"/>
                  </a:moveTo>
                  <a:lnTo>
                    <a:pt x="2089103" y="303968"/>
                  </a:lnTo>
                  <a:lnTo>
                    <a:pt x="2208733" y="766330"/>
                  </a:lnTo>
                  <a:lnTo>
                    <a:pt x="2193536" y="1189006"/>
                  </a:lnTo>
                  <a:lnTo>
                    <a:pt x="2162114" y="1373915"/>
                  </a:lnTo>
                  <a:lnTo>
                    <a:pt x="1333197" y="810623"/>
                  </a:lnTo>
                  <a:lnTo>
                    <a:pt x="1325031" y="751076"/>
                  </a:lnTo>
                  <a:lnTo>
                    <a:pt x="1374758" y="170221"/>
                  </a:lnTo>
                  <a:lnTo>
                    <a:pt x="1716043" y="0"/>
                  </a:lnTo>
                  <a:close/>
                </a:path>
                <a:path w="3680459" h="3213734">
                  <a:moveTo>
                    <a:pt x="3122627" y="231691"/>
                  </a:moveTo>
                  <a:lnTo>
                    <a:pt x="3156680" y="273319"/>
                  </a:lnTo>
                  <a:lnTo>
                    <a:pt x="3188975" y="314852"/>
                  </a:lnTo>
                  <a:lnTo>
                    <a:pt x="3219434" y="356285"/>
                  </a:lnTo>
                  <a:lnTo>
                    <a:pt x="3247983" y="397612"/>
                  </a:lnTo>
                  <a:lnTo>
                    <a:pt x="3274544" y="438829"/>
                  </a:lnTo>
                  <a:lnTo>
                    <a:pt x="3299043" y="479929"/>
                  </a:lnTo>
                  <a:lnTo>
                    <a:pt x="3321401" y="520907"/>
                  </a:lnTo>
                  <a:lnTo>
                    <a:pt x="3341544" y="561758"/>
                  </a:lnTo>
                  <a:lnTo>
                    <a:pt x="3359395" y="602476"/>
                  </a:lnTo>
                  <a:lnTo>
                    <a:pt x="3374878" y="643056"/>
                  </a:lnTo>
                  <a:lnTo>
                    <a:pt x="3387916" y="683493"/>
                  </a:lnTo>
                  <a:lnTo>
                    <a:pt x="3398435" y="723781"/>
                  </a:lnTo>
                  <a:lnTo>
                    <a:pt x="3406356" y="763915"/>
                  </a:lnTo>
                  <a:lnTo>
                    <a:pt x="3411605" y="803890"/>
                  </a:lnTo>
                  <a:lnTo>
                    <a:pt x="3414104" y="843699"/>
                  </a:lnTo>
                  <a:lnTo>
                    <a:pt x="3413779" y="883337"/>
                  </a:lnTo>
                  <a:lnTo>
                    <a:pt x="3410552" y="922800"/>
                  </a:lnTo>
                  <a:lnTo>
                    <a:pt x="3404347" y="962082"/>
                  </a:lnTo>
                  <a:lnTo>
                    <a:pt x="3395089" y="1001177"/>
                  </a:lnTo>
                  <a:lnTo>
                    <a:pt x="3382701" y="1040080"/>
                  </a:lnTo>
                  <a:lnTo>
                    <a:pt x="3367106" y="1078786"/>
                  </a:lnTo>
                  <a:lnTo>
                    <a:pt x="3348230" y="1117288"/>
                  </a:lnTo>
                  <a:lnTo>
                    <a:pt x="3325994" y="1155583"/>
                  </a:lnTo>
                  <a:lnTo>
                    <a:pt x="3305000" y="1186727"/>
                  </a:lnTo>
                  <a:lnTo>
                    <a:pt x="3300324" y="1193664"/>
                  </a:lnTo>
                  <a:lnTo>
                    <a:pt x="3271144" y="1231525"/>
                  </a:lnTo>
                  <a:lnTo>
                    <a:pt x="3238376" y="1269163"/>
                  </a:lnTo>
                  <a:lnTo>
                    <a:pt x="3201944" y="1306570"/>
                  </a:lnTo>
                  <a:lnTo>
                    <a:pt x="3161774" y="1343742"/>
                  </a:lnTo>
                  <a:lnTo>
                    <a:pt x="2416782" y="837481"/>
                  </a:lnTo>
                  <a:lnTo>
                    <a:pt x="2513109" y="648595"/>
                  </a:lnTo>
                  <a:lnTo>
                    <a:pt x="2827127" y="236679"/>
                  </a:lnTo>
                  <a:lnTo>
                    <a:pt x="3122627" y="231691"/>
                  </a:lnTo>
                  <a:close/>
                </a:path>
              </a:pathLst>
            </a:custGeom>
            <a:solidFill>
              <a:srgbClr val="4E604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1285875"/>
            <a:ext cx="2566191" cy="2266950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11462013" y="2709170"/>
            <a:ext cx="401003" cy="424815"/>
          </a:xfrm>
          <a:custGeom>
            <a:avLst/>
            <a:gdLst/>
            <a:ahLst/>
            <a:cxnLst/>
            <a:rect l="l" t="t" r="r" b="b"/>
            <a:pathLst>
              <a:path w="534669" h="566419">
                <a:moveTo>
                  <a:pt x="256289" y="0"/>
                </a:moveTo>
                <a:lnTo>
                  <a:pt x="237653" y="18172"/>
                </a:lnTo>
                <a:lnTo>
                  <a:pt x="220877" y="54051"/>
                </a:lnTo>
                <a:lnTo>
                  <a:pt x="202811" y="89102"/>
                </a:lnTo>
                <a:lnTo>
                  <a:pt x="182314" y="122657"/>
                </a:lnTo>
                <a:lnTo>
                  <a:pt x="158246" y="154048"/>
                </a:lnTo>
                <a:lnTo>
                  <a:pt x="110440" y="199554"/>
                </a:lnTo>
                <a:lnTo>
                  <a:pt x="48306" y="211366"/>
                </a:lnTo>
                <a:lnTo>
                  <a:pt x="14660" y="222844"/>
                </a:lnTo>
                <a:lnTo>
                  <a:pt x="0" y="254195"/>
                </a:lnTo>
                <a:lnTo>
                  <a:pt x="6164" y="288729"/>
                </a:lnTo>
                <a:lnTo>
                  <a:pt x="34991" y="309760"/>
                </a:lnTo>
                <a:lnTo>
                  <a:pt x="49124" y="315274"/>
                </a:lnTo>
                <a:lnTo>
                  <a:pt x="65086" y="324652"/>
                </a:lnTo>
                <a:lnTo>
                  <a:pt x="108666" y="355574"/>
                </a:lnTo>
                <a:lnTo>
                  <a:pt x="146304" y="396852"/>
                </a:lnTo>
                <a:lnTo>
                  <a:pt x="179273" y="455776"/>
                </a:lnTo>
                <a:lnTo>
                  <a:pt x="197363" y="520841"/>
                </a:lnTo>
                <a:lnTo>
                  <a:pt x="197258" y="521303"/>
                </a:lnTo>
                <a:lnTo>
                  <a:pt x="197215" y="521791"/>
                </a:lnTo>
                <a:lnTo>
                  <a:pt x="197078" y="522234"/>
                </a:lnTo>
                <a:lnTo>
                  <a:pt x="198020" y="546588"/>
                </a:lnTo>
                <a:lnTo>
                  <a:pt x="213249" y="561823"/>
                </a:lnTo>
                <a:lnTo>
                  <a:pt x="235512" y="566066"/>
                </a:lnTo>
                <a:lnTo>
                  <a:pt x="257552" y="557447"/>
                </a:lnTo>
                <a:lnTo>
                  <a:pt x="269641" y="545181"/>
                </a:lnTo>
                <a:lnTo>
                  <a:pt x="280208" y="530312"/>
                </a:lnTo>
                <a:lnTo>
                  <a:pt x="289580" y="514471"/>
                </a:lnTo>
                <a:lnTo>
                  <a:pt x="298084" y="499290"/>
                </a:lnTo>
                <a:lnTo>
                  <a:pt x="310290" y="477795"/>
                </a:lnTo>
                <a:lnTo>
                  <a:pt x="335654" y="435643"/>
                </a:lnTo>
                <a:lnTo>
                  <a:pt x="382422" y="382089"/>
                </a:lnTo>
                <a:lnTo>
                  <a:pt x="419006" y="360022"/>
                </a:lnTo>
                <a:lnTo>
                  <a:pt x="459226" y="344285"/>
                </a:lnTo>
                <a:lnTo>
                  <a:pt x="502666" y="330046"/>
                </a:lnTo>
                <a:lnTo>
                  <a:pt x="522395" y="317454"/>
                </a:lnTo>
                <a:lnTo>
                  <a:pt x="533496" y="298135"/>
                </a:lnTo>
                <a:lnTo>
                  <a:pt x="534099" y="276154"/>
                </a:lnTo>
                <a:lnTo>
                  <a:pt x="522333" y="255578"/>
                </a:lnTo>
                <a:lnTo>
                  <a:pt x="508918" y="245070"/>
                </a:lnTo>
                <a:lnTo>
                  <a:pt x="494352" y="237582"/>
                </a:lnTo>
                <a:lnTo>
                  <a:pt x="479091" y="231252"/>
                </a:lnTo>
                <a:lnTo>
                  <a:pt x="463595" y="224212"/>
                </a:lnTo>
                <a:lnTo>
                  <a:pt x="426819" y="202227"/>
                </a:lnTo>
                <a:lnTo>
                  <a:pt x="393536" y="175441"/>
                </a:lnTo>
                <a:lnTo>
                  <a:pt x="367569" y="147274"/>
                </a:lnTo>
                <a:lnTo>
                  <a:pt x="341607" y="112625"/>
                </a:lnTo>
                <a:lnTo>
                  <a:pt x="321056" y="75055"/>
                </a:lnTo>
                <a:lnTo>
                  <a:pt x="311321" y="38120"/>
                </a:lnTo>
                <a:lnTo>
                  <a:pt x="301244" y="14703"/>
                </a:lnTo>
                <a:lnTo>
                  <a:pt x="280193" y="420"/>
                </a:lnTo>
                <a:lnTo>
                  <a:pt x="25628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1528139" y="2188840"/>
            <a:ext cx="268605" cy="284798"/>
          </a:xfrm>
          <a:custGeom>
            <a:avLst/>
            <a:gdLst/>
            <a:ahLst/>
            <a:cxnLst/>
            <a:rect l="l" t="t" r="r" b="b"/>
            <a:pathLst>
              <a:path w="358140" h="379730">
                <a:moveTo>
                  <a:pt x="171777" y="0"/>
                </a:moveTo>
                <a:lnTo>
                  <a:pt x="159287" y="12177"/>
                </a:lnTo>
                <a:lnTo>
                  <a:pt x="148042" y="36227"/>
                </a:lnTo>
                <a:lnTo>
                  <a:pt x="135931" y="59720"/>
                </a:lnTo>
                <a:lnTo>
                  <a:pt x="106062" y="103250"/>
                </a:lnTo>
                <a:lnTo>
                  <a:pt x="74020" y="133752"/>
                </a:lnTo>
                <a:lnTo>
                  <a:pt x="32374" y="141669"/>
                </a:lnTo>
                <a:lnTo>
                  <a:pt x="9826" y="149361"/>
                </a:lnTo>
                <a:lnTo>
                  <a:pt x="0" y="170374"/>
                </a:lnTo>
                <a:lnTo>
                  <a:pt x="4130" y="193521"/>
                </a:lnTo>
                <a:lnTo>
                  <a:pt x="23451" y="207616"/>
                </a:lnTo>
                <a:lnTo>
                  <a:pt x="32926" y="211313"/>
                </a:lnTo>
                <a:lnTo>
                  <a:pt x="43625" y="217599"/>
                </a:lnTo>
                <a:lnTo>
                  <a:pt x="81657" y="246981"/>
                </a:lnTo>
                <a:lnTo>
                  <a:pt x="111130" y="285012"/>
                </a:lnTo>
                <a:lnTo>
                  <a:pt x="126693" y="326992"/>
                </a:lnTo>
                <a:lnTo>
                  <a:pt x="132283" y="349099"/>
                </a:lnTo>
                <a:lnTo>
                  <a:pt x="132211" y="349407"/>
                </a:lnTo>
                <a:lnTo>
                  <a:pt x="132185" y="349731"/>
                </a:lnTo>
                <a:lnTo>
                  <a:pt x="132090" y="350033"/>
                </a:lnTo>
                <a:lnTo>
                  <a:pt x="132721" y="366353"/>
                </a:lnTo>
                <a:lnTo>
                  <a:pt x="142929" y="376562"/>
                </a:lnTo>
                <a:lnTo>
                  <a:pt x="157851" y="379404"/>
                </a:lnTo>
                <a:lnTo>
                  <a:pt x="172625" y="373625"/>
                </a:lnTo>
                <a:lnTo>
                  <a:pt x="180728" y="365407"/>
                </a:lnTo>
                <a:lnTo>
                  <a:pt x="187809" y="355443"/>
                </a:lnTo>
                <a:lnTo>
                  <a:pt x="194090" y="344827"/>
                </a:lnTo>
                <a:lnTo>
                  <a:pt x="199790" y="334653"/>
                </a:lnTo>
                <a:lnTo>
                  <a:pt x="207972" y="320245"/>
                </a:lnTo>
                <a:lnTo>
                  <a:pt x="234512" y="278367"/>
                </a:lnTo>
                <a:lnTo>
                  <a:pt x="280837" y="241304"/>
                </a:lnTo>
                <a:lnTo>
                  <a:pt x="336911" y="221213"/>
                </a:lnTo>
                <a:lnTo>
                  <a:pt x="350133" y="212774"/>
                </a:lnTo>
                <a:lnTo>
                  <a:pt x="357574" y="199825"/>
                </a:lnTo>
                <a:lnTo>
                  <a:pt x="357979" y="185091"/>
                </a:lnTo>
                <a:lnTo>
                  <a:pt x="350092" y="171298"/>
                </a:lnTo>
                <a:lnTo>
                  <a:pt x="341101" y="164257"/>
                </a:lnTo>
                <a:lnTo>
                  <a:pt x="331337" y="159239"/>
                </a:lnTo>
                <a:lnTo>
                  <a:pt x="321108" y="154996"/>
                </a:lnTo>
                <a:lnTo>
                  <a:pt x="310723" y="150278"/>
                </a:lnTo>
                <a:lnTo>
                  <a:pt x="274249" y="126820"/>
                </a:lnTo>
                <a:lnTo>
                  <a:pt x="246362" y="98711"/>
                </a:lnTo>
                <a:lnTo>
                  <a:pt x="215187" y="50307"/>
                </a:lnTo>
                <a:lnTo>
                  <a:pt x="208661" y="25551"/>
                </a:lnTo>
                <a:lnTo>
                  <a:pt x="201907" y="9856"/>
                </a:lnTo>
                <a:lnTo>
                  <a:pt x="187797" y="282"/>
                </a:lnTo>
                <a:lnTo>
                  <a:pt x="17177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1138907" y="2460085"/>
            <a:ext cx="268605" cy="284798"/>
          </a:xfrm>
          <a:custGeom>
            <a:avLst/>
            <a:gdLst/>
            <a:ahLst/>
            <a:cxnLst/>
            <a:rect l="l" t="t" r="r" b="b"/>
            <a:pathLst>
              <a:path w="358140" h="379730">
                <a:moveTo>
                  <a:pt x="171777" y="0"/>
                </a:moveTo>
                <a:lnTo>
                  <a:pt x="159286" y="12179"/>
                </a:lnTo>
                <a:lnTo>
                  <a:pt x="148044" y="36228"/>
                </a:lnTo>
                <a:lnTo>
                  <a:pt x="135936" y="59721"/>
                </a:lnTo>
                <a:lnTo>
                  <a:pt x="106065" y="103252"/>
                </a:lnTo>
                <a:lnTo>
                  <a:pt x="74022" y="133750"/>
                </a:lnTo>
                <a:lnTo>
                  <a:pt x="32377" y="141671"/>
                </a:lnTo>
                <a:lnTo>
                  <a:pt x="9826" y="149361"/>
                </a:lnTo>
                <a:lnTo>
                  <a:pt x="0" y="170372"/>
                </a:lnTo>
                <a:lnTo>
                  <a:pt x="4131" y="193518"/>
                </a:lnTo>
                <a:lnTo>
                  <a:pt x="23453" y="207614"/>
                </a:lnTo>
                <a:lnTo>
                  <a:pt x="32926" y="211312"/>
                </a:lnTo>
                <a:lnTo>
                  <a:pt x="43625" y="217599"/>
                </a:lnTo>
                <a:lnTo>
                  <a:pt x="81660" y="246979"/>
                </a:lnTo>
                <a:lnTo>
                  <a:pt x="111131" y="285008"/>
                </a:lnTo>
                <a:lnTo>
                  <a:pt x="126695" y="326987"/>
                </a:lnTo>
                <a:lnTo>
                  <a:pt x="132285" y="349094"/>
                </a:lnTo>
                <a:lnTo>
                  <a:pt x="132213" y="349402"/>
                </a:lnTo>
                <a:lnTo>
                  <a:pt x="132184" y="349733"/>
                </a:lnTo>
                <a:lnTo>
                  <a:pt x="132095" y="350031"/>
                </a:lnTo>
                <a:lnTo>
                  <a:pt x="132725" y="366350"/>
                </a:lnTo>
                <a:lnTo>
                  <a:pt x="142931" y="376559"/>
                </a:lnTo>
                <a:lnTo>
                  <a:pt x="157852" y="379402"/>
                </a:lnTo>
                <a:lnTo>
                  <a:pt x="172624" y="373624"/>
                </a:lnTo>
                <a:lnTo>
                  <a:pt x="180727" y="365406"/>
                </a:lnTo>
                <a:lnTo>
                  <a:pt x="187809" y="355443"/>
                </a:lnTo>
                <a:lnTo>
                  <a:pt x="194090" y="344827"/>
                </a:lnTo>
                <a:lnTo>
                  <a:pt x="199789" y="334651"/>
                </a:lnTo>
                <a:lnTo>
                  <a:pt x="207973" y="320244"/>
                </a:lnTo>
                <a:lnTo>
                  <a:pt x="234514" y="278366"/>
                </a:lnTo>
                <a:lnTo>
                  <a:pt x="280840" y="241304"/>
                </a:lnTo>
                <a:lnTo>
                  <a:pt x="336913" y="221215"/>
                </a:lnTo>
                <a:lnTo>
                  <a:pt x="350138" y="212774"/>
                </a:lnTo>
                <a:lnTo>
                  <a:pt x="357579" y="199824"/>
                </a:lnTo>
                <a:lnTo>
                  <a:pt x="357981" y="185090"/>
                </a:lnTo>
                <a:lnTo>
                  <a:pt x="350091" y="171300"/>
                </a:lnTo>
                <a:lnTo>
                  <a:pt x="341103" y="164257"/>
                </a:lnTo>
                <a:lnTo>
                  <a:pt x="331341" y="159238"/>
                </a:lnTo>
                <a:lnTo>
                  <a:pt x="321114" y="154994"/>
                </a:lnTo>
                <a:lnTo>
                  <a:pt x="310729" y="150273"/>
                </a:lnTo>
                <a:lnTo>
                  <a:pt x="274251" y="126819"/>
                </a:lnTo>
                <a:lnTo>
                  <a:pt x="246364" y="98708"/>
                </a:lnTo>
                <a:lnTo>
                  <a:pt x="215188" y="50305"/>
                </a:lnTo>
                <a:lnTo>
                  <a:pt x="208664" y="25550"/>
                </a:lnTo>
                <a:lnTo>
                  <a:pt x="201910" y="9855"/>
                </a:lnTo>
                <a:lnTo>
                  <a:pt x="187800" y="281"/>
                </a:lnTo>
                <a:lnTo>
                  <a:pt x="17177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6276347"/>
            <a:ext cx="4136655" cy="2724778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12251484" y="1651854"/>
            <a:ext cx="271939" cy="271939"/>
            <a:chOff x="16335312" y="487972"/>
            <a:chExt cx="362585" cy="362585"/>
          </a:xfrm>
        </p:grpSpPr>
        <p:sp>
          <p:nvSpPr>
            <p:cNvPr id="11" name="object 11"/>
            <p:cNvSpPr/>
            <p:nvPr/>
          </p:nvSpPr>
          <p:spPr>
            <a:xfrm>
              <a:off x="16343556" y="496215"/>
              <a:ext cx="346075" cy="346075"/>
            </a:xfrm>
            <a:custGeom>
              <a:avLst/>
              <a:gdLst/>
              <a:ahLst/>
              <a:cxnLst/>
              <a:rect l="l" t="t" r="r" b="b"/>
              <a:pathLst>
                <a:path w="346075" h="346075">
                  <a:moveTo>
                    <a:pt x="172766" y="345533"/>
                  </a:moveTo>
                  <a:lnTo>
                    <a:pt x="122614" y="338095"/>
                  </a:lnTo>
                  <a:lnTo>
                    <a:pt x="76782" y="316416"/>
                  </a:lnTo>
                  <a:lnTo>
                    <a:pt x="39214" y="282369"/>
                  </a:lnTo>
                  <a:lnTo>
                    <a:pt x="13151" y="238881"/>
                  </a:lnTo>
                  <a:lnTo>
                    <a:pt x="829" y="189700"/>
                  </a:lnTo>
                  <a:lnTo>
                    <a:pt x="0" y="172766"/>
                  </a:lnTo>
                  <a:lnTo>
                    <a:pt x="829" y="155832"/>
                  </a:lnTo>
                  <a:lnTo>
                    <a:pt x="13151" y="106651"/>
                  </a:lnTo>
                  <a:lnTo>
                    <a:pt x="39214" y="63163"/>
                  </a:lnTo>
                  <a:lnTo>
                    <a:pt x="76782" y="29116"/>
                  </a:lnTo>
                  <a:lnTo>
                    <a:pt x="122614" y="7437"/>
                  </a:lnTo>
                  <a:lnTo>
                    <a:pt x="172766" y="0"/>
                  </a:lnTo>
                  <a:lnTo>
                    <a:pt x="189700" y="829"/>
                  </a:lnTo>
                  <a:lnTo>
                    <a:pt x="238881" y="13151"/>
                  </a:lnTo>
                  <a:lnTo>
                    <a:pt x="282369" y="39214"/>
                  </a:lnTo>
                  <a:lnTo>
                    <a:pt x="316416" y="76782"/>
                  </a:lnTo>
                  <a:lnTo>
                    <a:pt x="338095" y="122614"/>
                  </a:lnTo>
                  <a:lnTo>
                    <a:pt x="345533" y="172766"/>
                  </a:lnTo>
                  <a:lnTo>
                    <a:pt x="344703" y="189700"/>
                  </a:lnTo>
                  <a:lnTo>
                    <a:pt x="332382" y="238881"/>
                  </a:lnTo>
                  <a:lnTo>
                    <a:pt x="306318" y="282369"/>
                  </a:lnTo>
                  <a:lnTo>
                    <a:pt x="268750" y="316416"/>
                  </a:lnTo>
                  <a:lnTo>
                    <a:pt x="222918" y="338095"/>
                  </a:lnTo>
                  <a:lnTo>
                    <a:pt x="172766" y="345533"/>
                  </a:lnTo>
                  <a:close/>
                </a:path>
              </a:pathLst>
            </a:custGeom>
            <a:solidFill>
              <a:srgbClr val="6A45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6343556" y="496215"/>
              <a:ext cx="346075" cy="346075"/>
            </a:xfrm>
            <a:custGeom>
              <a:avLst/>
              <a:gdLst/>
              <a:ahLst/>
              <a:cxnLst/>
              <a:rect l="l" t="t" r="r" b="b"/>
              <a:pathLst>
                <a:path w="346075" h="346075">
                  <a:moveTo>
                    <a:pt x="345533" y="172766"/>
                  </a:moveTo>
                  <a:lnTo>
                    <a:pt x="340354" y="214755"/>
                  </a:lnTo>
                  <a:lnTo>
                    <a:pt x="325134" y="254209"/>
                  </a:lnTo>
                  <a:lnTo>
                    <a:pt x="300785" y="288782"/>
                  </a:lnTo>
                  <a:lnTo>
                    <a:pt x="268750" y="316416"/>
                  </a:lnTo>
                  <a:lnTo>
                    <a:pt x="230960" y="335438"/>
                  </a:lnTo>
                  <a:lnTo>
                    <a:pt x="189700" y="344703"/>
                  </a:lnTo>
                  <a:lnTo>
                    <a:pt x="172766" y="345533"/>
                  </a:lnTo>
                  <a:lnTo>
                    <a:pt x="164279" y="345325"/>
                  </a:lnTo>
                  <a:lnTo>
                    <a:pt x="122614" y="338095"/>
                  </a:lnTo>
                  <a:lnTo>
                    <a:pt x="83955" y="320959"/>
                  </a:lnTo>
                  <a:lnTo>
                    <a:pt x="50602" y="294931"/>
                  </a:lnTo>
                  <a:lnTo>
                    <a:pt x="24573" y="261578"/>
                  </a:lnTo>
                  <a:lnTo>
                    <a:pt x="7437" y="222918"/>
                  </a:lnTo>
                  <a:lnTo>
                    <a:pt x="207" y="181254"/>
                  </a:lnTo>
                  <a:lnTo>
                    <a:pt x="0" y="172766"/>
                  </a:lnTo>
                  <a:lnTo>
                    <a:pt x="207" y="164279"/>
                  </a:lnTo>
                  <a:lnTo>
                    <a:pt x="7437" y="122614"/>
                  </a:lnTo>
                  <a:lnTo>
                    <a:pt x="24573" y="83955"/>
                  </a:lnTo>
                  <a:lnTo>
                    <a:pt x="50602" y="50602"/>
                  </a:lnTo>
                  <a:lnTo>
                    <a:pt x="83955" y="24573"/>
                  </a:lnTo>
                  <a:lnTo>
                    <a:pt x="122614" y="7437"/>
                  </a:lnTo>
                  <a:lnTo>
                    <a:pt x="164279" y="207"/>
                  </a:lnTo>
                  <a:lnTo>
                    <a:pt x="172766" y="0"/>
                  </a:lnTo>
                  <a:lnTo>
                    <a:pt x="181254" y="207"/>
                  </a:lnTo>
                  <a:lnTo>
                    <a:pt x="222918" y="7437"/>
                  </a:lnTo>
                  <a:lnTo>
                    <a:pt x="261578" y="24573"/>
                  </a:lnTo>
                  <a:lnTo>
                    <a:pt x="294931" y="50602"/>
                  </a:lnTo>
                  <a:lnTo>
                    <a:pt x="320959" y="83954"/>
                  </a:lnTo>
                  <a:lnTo>
                    <a:pt x="338095" y="122614"/>
                  </a:lnTo>
                  <a:lnTo>
                    <a:pt x="345325" y="164279"/>
                  </a:lnTo>
                  <a:lnTo>
                    <a:pt x="345533" y="172766"/>
                  </a:lnTo>
                  <a:close/>
                </a:path>
              </a:pathLst>
            </a:custGeom>
            <a:ln w="1648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12528925" y="2072780"/>
            <a:ext cx="276225" cy="276225"/>
            <a:chOff x="16705233" y="1049206"/>
            <a:chExt cx="368300" cy="368300"/>
          </a:xfrm>
        </p:grpSpPr>
        <p:sp>
          <p:nvSpPr>
            <p:cNvPr id="14" name="object 14"/>
            <p:cNvSpPr/>
            <p:nvPr/>
          </p:nvSpPr>
          <p:spPr>
            <a:xfrm>
              <a:off x="16713476" y="1057449"/>
              <a:ext cx="351790" cy="351790"/>
            </a:xfrm>
            <a:custGeom>
              <a:avLst/>
              <a:gdLst/>
              <a:ahLst/>
              <a:cxnLst/>
              <a:rect l="l" t="t" r="r" b="b"/>
              <a:pathLst>
                <a:path w="351790" h="351790">
                  <a:moveTo>
                    <a:pt x="175857" y="351715"/>
                  </a:moveTo>
                  <a:lnTo>
                    <a:pt x="124808" y="344145"/>
                  </a:lnTo>
                  <a:lnTo>
                    <a:pt x="78156" y="322078"/>
                  </a:lnTo>
                  <a:lnTo>
                    <a:pt x="39916" y="287422"/>
                  </a:lnTo>
                  <a:lnTo>
                    <a:pt x="13386" y="243155"/>
                  </a:lnTo>
                  <a:lnTo>
                    <a:pt x="844" y="193095"/>
                  </a:lnTo>
                  <a:lnTo>
                    <a:pt x="0" y="175857"/>
                  </a:lnTo>
                  <a:lnTo>
                    <a:pt x="844" y="158620"/>
                  </a:lnTo>
                  <a:lnTo>
                    <a:pt x="13386" y="108559"/>
                  </a:lnTo>
                  <a:lnTo>
                    <a:pt x="39916" y="64293"/>
                  </a:lnTo>
                  <a:lnTo>
                    <a:pt x="78156" y="29637"/>
                  </a:lnTo>
                  <a:lnTo>
                    <a:pt x="124808" y="7570"/>
                  </a:lnTo>
                  <a:lnTo>
                    <a:pt x="175857" y="0"/>
                  </a:lnTo>
                  <a:lnTo>
                    <a:pt x="193095" y="844"/>
                  </a:lnTo>
                  <a:lnTo>
                    <a:pt x="243155" y="13386"/>
                  </a:lnTo>
                  <a:lnTo>
                    <a:pt x="287422" y="39916"/>
                  </a:lnTo>
                  <a:lnTo>
                    <a:pt x="322078" y="78156"/>
                  </a:lnTo>
                  <a:lnTo>
                    <a:pt x="344145" y="124808"/>
                  </a:lnTo>
                  <a:lnTo>
                    <a:pt x="351715" y="175857"/>
                  </a:lnTo>
                  <a:lnTo>
                    <a:pt x="350871" y="193095"/>
                  </a:lnTo>
                  <a:lnTo>
                    <a:pt x="338329" y="243155"/>
                  </a:lnTo>
                  <a:lnTo>
                    <a:pt x="311799" y="287422"/>
                  </a:lnTo>
                  <a:lnTo>
                    <a:pt x="273559" y="322078"/>
                  </a:lnTo>
                  <a:lnTo>
                    <a:pt x="226907" y="344145"/>
                  </a:lnTo>
                  <a:lnTo>
                    <a:pt x="175857" y="351715"/>
                  </a:lnTo>
                  <a:close/>
                </a:path>
              </a:pathLst>
            </a:custGeom>
            <a:solidFill>
              <a:srgbClr val="FFD4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6713476" y="1057449"/>
              <a:ext cx="351790" cy="351790"/>
            </a:xfrm>
            <a:custGeom>
              <a:avLst/>
              <a:gdLst/>
              <a:ahLst/>
              <a:cxnLst/>
              <a:rect l="l" t="t" r="r" b="b"/>
              <a:pathLst>
                <a:path w="351790" h="351790">
                  <a:moveTo>
                    <a:pt x="351715" y="175857"/>
                  </a:moveTo>
                  <a:lnTo>
                    <a:pt x="346444" y="218598"/>
                  </a:lnTo>
                  <a:lnTo>
                    <a:pt x="330952" y="258757"/>
                  </a:lnTo>
                  <a:lnTo>
                    <a:pt x="306167" y="293949"/>
                  </a:lnTo>
                  <a:lnTo>
                    <a:pt x="273559" y="322078"/>
                  </a:lnTo>
                  <a:lnTo>
                    <a:pt x="235093" y="341440"/>
                  </a:lnTo>
                  <a:lnTo>
                    <a:pt x="193095" y="350870"/>
                  </a:lnTo>
                  <a:lnTo>
                    <a:pt x="175857" y="351715"/>
                  </a:lnTo>
                  <a:lnTo>
                    <a:pt x="167218" y="351504"/>
                  </a:lnTo>
                  <a:lnTo>
                    <a:pt x="124808" y="344145"/>
                  </a:lnTo>
                  <a:lnTo>
                    <a:pt x="85457" y="326702"/>
                  </a:lnTo>
                  <a:lnTo>
                    <a:pt x="51507" y="300208"/>
                  </a:lnTo>
                  <a:lnTo>
                    <a:pt x="25013" y="266258"/>
                  </a:lnTo>
                  <a:lnTo>
                    <a:pt x="7570" y="226907"/>
                  </a:lnTo>
                  <a:lnTo>
                    <a:pt x="211" y="184497"/>
                  </a:lnTo>
                  <a:lnTo>
                    <a:pt x="0" y="175857"/>
                  </a:lnTo>
                  <a:lnTo>
                    <a:pt x="211" y="167218"/>
                  </a:lnTo>
                  <a:lnTo>
                    <a:pt x="7570" y="124808"/>
                  </a:lnTo>
                  <a:lnTo>
                    <a:pt x="25013" y="85457"/>
                  </a:lnTo>
                  <a:lnTo>
                    <a:pt x="51507" y="51507"/>
                  </a:lnTo>
                  <a:lnTo>
                    <a:pt x="85457" y="25013"/>
                  </a:lnTo>
                  <a:lnTo>
                    <a:pt x="124808" y="7570"/>
                  </a:lnTo>
                  <a:lnTo>
                    <a:pt x="167218" y="211"/>
                  </a:lnTo>
                  <a:lnTo>
                    <a:pt x="175857" y="0"/>
                  </a:lnTo>
                  <a:lnTo>
                    <a:pt x="184497" y="211"/>
                  </a:lnTo>
                  <a:lnTo>
                    <a:pt x="226907" y="7570"/>
                  </a:lnTo>
                  <a:lnTo>
                    <a:pt x="266258" y="25013"/>
                  </a:lnTo>
                  <a:lnTo>
                    <a:pt x="300208" y="51507"/>
                  </a:lnTo>
                  <a:lnTo>
                    <a:pt x="326702" y="85457"/>
                  </a:lnTo>
                  <a:lnTo>
                    <a:pt x="344145" y="124808"/>
                  </a:lnTo>
                  <a:lnTo>
                    <a:pt x="351504" y="167218"/>
                  </a:lnTo>
                  <a:lnTo>
                    <a:pt x="351715" y="175857"/>
                  </a:lnTo>
                  <a:close/>
                </a:path>
              </a:pathLst>
            </a:custGeom>
            <a:ln w="1648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16"/>
          <p:cNvGrpSpPr/>
          <p:nvPr/>
        </p:nvGrpSpPr>
        <p:grpSpPr>
          <a:xfrm>
            <a:off x="12769527" y="2623281"/>
            <a:ext cx="326707" cy="326707"/>
            <a:chOff x="17026036" y="1783207"/>
            <a:chExt cx="435609" cy="435609"/>
          </a:xfrm>
        </p:grpSpPr>
        <p:sp>
          <p:nvSpPr>
            <p:cNvPr id="17" name="object 17"/>
            <p:cNvSpPr/>
            <p:nvPr/>
          </p:nvSpPr>
          <p:spPr>
            <a:xfrm>
              <a:off x="17034280" y="1791450"/>
              <a:ext cx="419100" cy="419100"/>
            </a:xfrm>
            <a:custGeom>
              <a:avLst/>
              <a:gdLst/>
              <a:ahLst/>
              <a:cxnLst/>
              <a:rect l="l" t="t" r="r" b="b"/>
              <a:pathLst>
                <a:path w="419100" h="419100">
                  <a:moveTo>
                    <a:pt x="216380" y="419036"/>
                  </a:moveTo>
                  <a:lnTo>
                    <a:pt x="175373" y="416349"/>
                  </a:lnTo>
                  <a:lnTo>
                    <a:pt x="135678" y="405713"/>
                  </a:lnTo>
                  <a:lnTo>
                    <a:pt x="98821" y="387538"/>
                  </a:lnTo>
                  <a:lnTo>
                    <a:pt x="66218" y="362521"/>
                  </a:lnTo>
                  <a:lnTo>
                    <a:pt x="39122" y="331625"/>
                  </a:lnTo>
                  <a:lnTo>
                    <a:pt x="18574" y="296036"/>
                  </a:lnTo>
                  <a:lnTo>
                    <a:pt x="5364" y="257123"/>
                  </a:lnTo>
                  <a:lnTo>
                    <a:pt x="0" y="216380"/>
                  </a:lnTo>
                  <a:lnTo>
                    <a:pt x="336" y="195810"/>
                  </a:lnTo>
                  <a:lnTo>
                    <a:pt x="7029" y="155264"/>
                  </a:lnTo>
                  <a:lnTo>
                    <a:pt x="21504" y="116803"/>
                  </a:lnTo>
                  <a:lnTo>
                    <a:pt x="43205" y="81905"/>
                  </a:lnTo>
                  <a:lnTo>
                    <a:pt x="71296" y="51911"/>
                  </a:lnTo>
                  <a:lnTo>
                    <a:pt x="104700" y="27974"/>
                  </a:lnTo>
                  <a:lnTo>
                    <a:pt x="142131" y="11013"/>
                  </a:lnTo>
                  <a:lnTo>
                    <a:pt x="182152" y="1681"/>
                  </a:lnTo>
                  <a:lnTo>
                    <a:pt x="202656" y="0"/>
                  </a:lnTo>
                  <a:lnTo>
                    <a:pt x="223225" y="336"/>
                  </a:lnTo>
                  <a:lnTo>
                    <a:pt x="263771" y="7029"/>
                  </a:lnTo>
                  <a:lnTo>
                    <a:pt x="302232" y="21505"/>
                  </a:lnTo>
                  <a:lnTo>
                    <a:pt x="337130" y="43205"/>
                  </a:lnTo>
                  <a:lnTo>
                    <a:pt x="367124" y="71296"/>
                  </a:lnTo>
                  <a:lnTo>
                    <a:pt x="391061" y="104699"/>
                  </a:lnTo>
                  <a:lnTo>
                    <a:pt x="408022" y="142131"/>
                  </a:lnTo>
                  <a:lnTo>
                    <a:pt x="417354" y="182153"/>
                  </a:lnTo>
                  <a:lnTo>
                    <a:pt x="419036" y="209518"/>
                  </a:lnTo>
                  <a:lnTo>
                    <a:pt x="417354" y="236883"/>
                  </a:lnTo>
                  <a:lnTo>
                    <a:pt x="405713" y="283357"/>
                  </a:lnTo>
                  <a:lnTo>
                    <a:pt x="387538" y="320214"/>
                  </a:lnTo>
                  <a:lnTo>
                    <a:pt x="362521" y="352817"/>
                  </a:lnTo>
                  <a:lnTo>
                    <a:pt x="331625" y="379913"/>
                  </a:lnTo>
                  <a:lnTo>
                    <a:pt x="296036" y="400461"/>
                  </a:lnTo>
                  <a:lnTo>
                    <a:pt x="257123" y="413671"/>
                  </a:lnTo>
                  <a:lnTo>
                    <a:pt x="216380" y="419036"/>
                  </a:lnTo>
                  <a:close/>
                </a:path>
              </a:pathLst>
            </a:custGeom>
            <a:solidFill>
              <a:srgbClr val="E3AE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7034280" y="1791450"/>
              <a:ext cx="419100" cy="419100"/>
            </a:xfrm>
            <a:custGeom>
              <a:avLst/>
              <a:gdLst/>
              <a:ahLst/>
              <a:cxnLst/>
              <a:rect l="l" t="t" r="r" b="b"/>
              <a:pathLst>
                <a:path w="419100" h="419100">
                  <a:moveTo>
                    <a:pt x="419036" y="209518"/>
                  </a:moveTo>
                  <a:lnTo>
                    <a:pt x="415010" y="250393"/>
                  </a:lnTo>
                  <a:lnTo>
                    <a:pt x="410014" y="270338"/>
                  </a:lnTo>
                  <a:lnTo>
                    <a:pt x="408022" y="276904"/>
                  </a:lnTo>
                  <a:lnTo>
                    <a:pt x="405713" y="283357"/>
                  </a:lnTo>
                  <a:lnTo>
                    <a:pt x="403087" y="289697"/>
                  </a:lnTo>
                  <a:lnTo>
                    <a:pt x="400461" y="296036"/>
                  </a:lnTo>
                  <a:lnTo>
                    <a:pt x="383726" y="325920"/>
                  </a:lnTo>
                  <a:lnTo>
                    <a:pt x="379913" y="331625"/>
                  </a:lnTo>
                  <a:lnTo>
                    <a:pt x="357669" y="357669"/>
                  </a:lnTo>
                  <a:lnTo>
                    <a:pt x="352817" y="362522"/>
                  </a:lnTo>
                  <a:lnTo>
                    <a:pt x="325920" y="383725"/>
                  </a:lnTo>
                  <a:lnTo>
                    <a:pt x="320214" y="387538"/>
                  </a:lnTo>
                  <a:lnTo>
                    <a:pt x="289697" y="403087"/>
                  </a:lnTo>
                  <a:lnTo>
                    <a:pt x="283357" y="405713"/>
                  </a:lnTo>
                  <a:lnTo>
                    <a:pt x="276904" y="408022"/>
                  </a:lnTo>
                  <a:lnTo>
                    <a:pt x="270338" y="410014"/>
                  </a:lnTo>
                  <a:lnTo>
                    <a:pt x="263771" y="412006"/>
                  </a:lnTo>
                  <a:lnTo>
                    <a:pt x="257123" y="413671"/>
                  </a:lnTo>
                  <a:lnTo>
                    <a:pt x="250393" y="415010"/>
                  </a:lnTo>
                  <a:lnTo>
                    <a:pt x="243662" y="416349"/>
                  </a:lnTo>
                  <a:lnTo>
                    <a:pt x="236883" y="417354"/>
                  </a:lnTo>
                  <a:lnTo>
                    <a:pt x="230054" y="418027"/>
                  </a:lnTo>
                  <a:lnTo>
                    <a:pt x="223225" y="418700"/>
                  </a:lnTo>
                  <a:lnTo>
                    <a:pt x="216380" y="419036"/>
                  </a:lnTo>
                  <a:lnTo>
                    <a:pt x="209518" y="419036"/>
                  </a:lnTo>
                  <a:lnTo>
                    <a:pt x="202656" y="419036"/>
                  </a:lnTo>
                  <a:lnTo>
                    <a:pt x="195810" y="418700"/>
                  </a:lnTo>
                  <a:lnTo>
                    <a:pt x="188981" y="418027"/>
                  </a:lnTo>
                  <a:lnTo>
                    <a:pt x="182152" y="417354"/>
                  </a:lnTo>
                  <a:lnTo>
                    <a:pt x="175373" y="416349"/>
                  </a:lnTo>
                  <a:lnTo>
                    <a:pt x="168643" y="415010"/>
                  </a:lnTo>
                  <a:lnTo>
                    <a:pt x="161913" y="413671"/>
                  </a:lnTo>
                  <a:lnTo>
                    <a:pt x="155264" y="412006"/>
                  </a:lnTo>
                  <a:lnTo>
                    <a:pt x="148698" y="410014"/>
                  </a:lnTo>
                  <a:lnTo>
                    <a:pt x="142131" y="408022"/>
                  </a:lnTo>
                  <a:lnTo>
                    <a:pt x="135678" y="405713"/>
                  </a:lnTo>
                  <a:lnTo>
                    <a:pt x="129338" y="403087"/>
                  </a:lnTo>
                  <a:lnTo>
                    <a:pt x="122999" y="400461"/>
                  </a:lnTo>
                  <a:lnTo>
                    <a:pt x="87410" y="379913"/>
                  </a:lnTo>
                  <a:lnTo>
                    <a:pt x="76601" y="371477"/>
                  </a:lnTo>
                  <a:lnTo>
                    <a:pt x="71296" y="367124"/>
                  </a:lnTo>
                  <a:lnTo>
                    <a:pt x="43205" y="337130"/>
                  </a:lnTo>
                  <a:lnTo>
                    <a:pt x="35310" y="325920"/>
                  </a:lnTo>
                  <a:lnTo>
                    <a:pt x="31497" y="320214"/>
                  </a:lnTo>
                  <a:lnTo>
                    <a:pt x="13322" y="283357"/>
                  </a:lnTo>
                  <a:lnTo>
                    <a:pt x="9021" y="270338"/>
                  </a:lnTo>
                  <a:lnTo>
                    <a:pt x="7029" y="263771"/>
                  </a:lnTo>
                  <a:lnTo>
                    <a:pt x="1008" y="230054"/>
                  </a:lnTo>
                  <a:lnTo>
                    <a:pt x="336" y="223225"/>
                  </a:lnTo>
                  <a:lnTo>
                    <a:pt x="0" y="216380"/>
                  </a:lnTo>
                  <a:lnTo>
                    <a:pt x="0" y="209518"/>
                  </a:lnTo>
                  <a:lnTo>
                    <a:pt x="0" y="202656"/>
                  </a:lnTo>
                  <a:lnTo>
                    <a:pt x="336" y="195810"/>
                  </a:lnTo>
                  <a:lnTo>
                    <a:pt x="1008" y="188981"/>
                  </a:lnTo>
                  <a:lnTo>
                    <a:pt x="1681" y="182153"/>
                  </a:lnTo>
                  <a:lnTo>
                    <a:pt x="11013" y="142131"/>
                  </a:lnTo>
                  <a:lnTo>
                    <a:pt x="24739" y="110751"/>
                  </a:lnTo>
                  <a:lnTo>
                    <a:pt x="27974" y="104699"/>
                  </a:lnTo>
                  <a:lnTo>
                    <a:pt x="51911" y="71296"/>
                  </a:lnTo>
                  <a:lnTo>
                    <a:pt x="76601" y="47558"/>
                  </a:lnTo>
                  <a:lnTo>
                    <a:pt x="81905" y="43205"/>
                  </a:lnTo>
                  <a:lnTo>
                    <a:pt x="116803" y="21505"/>
                  </a:lnTo>
                  <a:lnTo>
                    <a:pt x="155264" y="7029"/>
                  </a:lnTo>
                  <a:lnTo>
                    <a:pt x="188981" y="1009"/>
                  </a:lnTo>
                  <a:lnTo>
                    <a:pt x="195810" y="336"/>
                  </a:lnTo>
                  <a:lnTo>
                    <a:pt x="202656" y="0"/>
                  </a:lnTo>
                  <a:lnTo>
                    <a:pt x="209518" y="0"/>
                  </a:lnTo>
                  <a:lnTo>
                    <a:pt x="216380" y="0"/>
                  </a:lnTo>
                  <a:lnTo>
                    <a:pt x="223225" y="336"/>
                  </a:lnTo>
                  <a:lnTo>
                    <a:pt x="230054" y="1009"/>
                  </a:lnTo>
                  <a:lnTo>
                    <a:pt x="236883" y="1681"/>
                  </a:lnTo>
                  <a:lnTo>
                    <a:pt x="276904" y="11013"/>
                  </a:lnTo>
                  <a:lnTo>
                    <a:pt x="308284" y="24739"/>
                  </a:lnTo>
                  <a:lnTo>
                    <a:pt x="314335" y="27974"/>
                  </a:lnTo>
                  <a:lnTo>
                    <a:pt x="347739" y="51911"/>
                  </a:lnTo>
                  <a:lnTo>
                    <a:pt x="375831" y="81905"/>
                  </a:lnTo>
                  <a:lnTo>
                    <a:pt x="383725" y="93115"/>
                  </a:lnTo>
                  <a:lnTo>
                    <a:pt x="387538" y="98821"/>
                  </a:lnTo>
                  <a:lnTo>
                    <a:pt x="403087" y="129338"/>
                  </a:lnTo>
                  <a:lnTo>
                    <a:pt x="405713" y="135678"/>
                  </a:lnTo>
                  <a:lnTo>
                    <a:pt x="408022" y="142131"/>
                  </a:lnTo>
                  <a:lnTo>
                    <a:pt x="410014" y="148698"/>
                  </a:lnTo>
                  <a:lnTo>
                    <a:pt x="412006" y="155264"/>
                  </a:lnTo>
                  <a:lnTo>
                    <a:pt x="418700" y="195810"/>
                  </a:lnTo>
                  <a:lnTo>
                    <a:pt x="419036" y="202656"/>
                  </a:lnTo>
                  <a:lnTo>
                    <a:pt x="419036" y="209518"/>
                  </a:lnTo>
                  <a:close/>
                </a:path>
              </a:pathLst>
            </a:custGeom>
            <a:ln w="1648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9" name="object 19"/>
          <p:cNvGrpSpPr/>
          <p:nvPr/>
        </p:nvGrpSpPr>
        <p:grpSpPr>
          <a:xfrm>
            <a:off x="13070151" y="2077416"/>
            <a:ext cx="197644" cy="197644"/>
            <a:chOff x="17426868" y="1055388"/>
            <a:chExt cx="263525" cy="263525"/>
          </a:xfrm>
        </p:grpSpPr>
        <p:pic>
          <p:nvPicPr>
            <p:cNvPr id="20" name="object 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435111" y="1063632"/>
              <a:ext cx="246613" cy="246613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17435111" y="1063632"/>
              <a:ext cx="247015" cy="247015"/>
            </a:xfrm>
            <a:custGeom>
              <a:avLst/>
              <a:gdLst/>
              <a:ahLst/>
              <a:cxnLst/>
              <a:rect l="l" t="t" r="r" b="b"/>
              <a:pathLst>
                <a:path w="247015" h="247015">
                  <a:moveTo>
                    <a:pt x="246613" y="123306"/>
                  </a:moveTo>
                  <a:lnTo>
                    <a:pt x="240325" y="163013"/>
                  </a:lnTo>
                  <a:lnTo>
                    <a:pt x="237226" y="170493"/>
                  </a:lnTo>
                  <a:lnTo>
                    <a:pt x="234128" y="177974"/>
                  </a:lnTo>
                  <a:lnTo>
                    <a:pt x="210497" y="210497"/>
                  </a:lnTo>
                  <a:lnTo>
                    <a:pt x="191811" y="225832"/>
                  </a:lnTo>
                  <a:lnTo>
                    <a:pt x="185080" y="230330"/>
                  </a:lnTo>
                  <a:lnTo>
                    <a:pt x="177973" y="234128"/>
                  </a:lnTo>
                  <a:lnTo>
                    <a:pt x="170493" y="237226"/>
                  </a:lnTo>
                  <a:lnTo>
                    <a:pt x="163013" y="240325"/>
                  </a:lnTo>
                  <a:lnTo>
                    <a:pt x="123306" y="246613"/>
                  </a:lnTo>
                  <a:lnTo>
                    <a:pt x="115210" y="246613"/>
                  </a:lnTo>
                  <a:lnTo>
                    <a:pt x="76118" y="237226"/>
                  </a:lnTo>
                  <a:lnTo>
                    <a:pt x="68638" y="234128"/>
                  </a:lnTo>
                  <a:lnTo>
                    <a:pt x="61532" y="230330"/>
                  </a:lnTo>
                  <a:lnTo>
                    <a:pt x="54800" y="225832"/>
                  </a:lnTo>
                  <a:lnTo>
                    <a:pt x="48069" y="221334"/>
                  </a:lnTo>
                  <a:lnTo>
                    <a:pt x="41840" y="216222"/>
                  </a:lnTo>
                  <a:lnTo>
                    <a:pt x="36115" y="210497"/>
                  </a:lnTo>
                  <a:lnTo>
                    <a:pt x="30390" y="204772"/>
                  </a:lnTo>
                  <a:lnTo>
                    <a:pt x="9386" y="170493"/>
                  </a:lnTo>
                  <a:lnTo>
                    <a:pt x="6287" y="163013"/>
                  </a:lnTo>
                  <a:lnTo>
                    <a:pt x="3948" y="155303"/>
                  </a:lnTo>
                  <a:lnTo>
                    <a:pt x="2369" y="147362"/>
                  </a:lnTo>
                  <a:lnTo>
                    <a:pt x="789" y="139421"/>
                  </a:lnTo>
                  <a:lnTo>
                    <a:pt x="0" y="131403"/>
                  </a:lnTo>
                  <a:lnTo>
                    <a:pt x="0" y="123306"/>
                  </a:lnTo>
                  <a:lnTo>
                    <a:pt x="0" y="115210"/>
                  </a:lnTo>
                  <a:lnTo>
                    <a:pt x="9386" y="76119"/>
                  </a:lnTo>
                  <a:lnTo>
                    <a:pt x="12484" y="68639"/>
                  </a:lnTo>
                  <a:lnTo>
                    <a:pt x="36115" y="36115"/>
                  </a:lnTo>
                  <a:lnTo>
                    <a:pt x="41840" y="30390"/>
                  </a:lnTo>
                  <a:lnTo>
                    <a:pt x="48069" y="25278"/>
                  </a:lnTo>
                  <a:lnTo>
                    <a:pt x="54800" y="20780"/>
                  </a:lnTo>
                  <a:lnTo>
                    <a:pt x="61532" y="16282"/>
                  </a:lnTo>
                  <a:lnTo>
                    <a:pt x="68638" y="12484"/>
                  </a:lnTo>
                  <a:lnTo>
                    <a:pt x="76118" y="9386"/>
                  </a:lnTo>
                  <a:lnTo>
                    <a:pt x="83599" y="6287"/>
                  </a:lnTo>
                  <a:lnTo>
                    <a:pt x="91309" y="3948"/>
                  </a:lnTo>
                  <a:lnTo>
                    <a:pt x="99250" y="2369"/>
                  </a:lnTo>
                  <a:lnTo>
                    <a:pt x="107191" y="789"/>
                  </a:lnTo>
                  <a:lnTo>
                    <a:pt x="115210" y="0"/>
                  </a:lnTo>
                  <a:lnTo>
                    <a:pt x="123306" y="0"/>
                  </a:lnTo>
                  <a:lnTo>
                    <a:pt x="131403" y="0"/>
                  </a:lnTo>
                  <a:lnTo>
                    <a:pt x="139421" y="789"/>
                  </a:lnTo>
                  <a:lnTo>
                    <a:pt x="147362" y="2369"/>
                  </a:lnTo>
                  <a:lnTo>
                    <a:pt x="155303" y="3948"/>
                  </a:lnTo>
                  <a:lnTo>
                    <a:pt x="163013" y="6287"/>
                  </a:lnTo>
                  <a:lnTo>
                    <a:pt x="170493" y="9386"/>
                  </a:lnTo>
                  <a:lnTo>
                    <a:pt x="177973" y="12484"/>
                  </a:lnTo>
                  <a:lnTo>
                    <a:pt x="185080" y="16282"/>
                  </a:lnTo>
                  <a:lnTo>
                    <a:pt x="191811" y="20780"/>
                  </a:lnTo>
                  <a:lnTo>
                    <a:pt x="198543" y="25278"/>
                  </a:lnTo>
                  <a:lnTo>
                    <a:pt x="225832" y="54800"/>
                  </a:lnTo>
                  <a:lnTo>
                    <a:pt x="237226" y="76119"/>
                  </a:lnTo>
                  <a:lnTo>
                    <a:pt x="240325" y="83599"/>
                  </a:lnTo>
                  <a:lnTo>
                    <a:pt x="242664" y="91309"/>
                  </a:lnTo>
                  <a:lnTo>
                    <a:pt x="244243" y="99250"/>
                  </a:lnTo>
                  <a:lnTo>
                    <a:pt x="245823" y="107191"/>
                  </a:lnTo>
                  <a:lnTo>
                    <a:pt x="246613" y="115210"/>
                  </a:lnTo>
                  <a:lnTo>
                    <a:pt x="246613" y="123306"/>
                  </a:lnTo>
                  <a:close/>
                </a:path>
              </a:pathLst>
            </a:custGeom>
            <a:ln w="1648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2" name="object 2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2982050" y="1758245"/>
            <a:ext cx="105102" cy="105102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2829549" y="1901731"/>
            <a:ext cx="72644" cy="72644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2783439" y="1406873"/>
            <a:ext cx="174140" cy="174140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3139446" y="1564011"/>
            <a:ext cx="63371" cy="63371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2283685" y="2151349"/>
            <a:ext cx="81918" cy="81918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3199726" y="2456867"/>
            <a:ext cx="150956" cy="150956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2894465" y="2364388"/>
            <a:ext cx="113861" cy="113861"/>
          </a:xfrm>
          <a:prstGeom prst="rect">
            <a:avLst/>
          </a:prstGeom>
        </p:spPr>
      </p:pic>
      <p:grpSp>
        <p:nvGrpSpPr>
          <p:cNvPr id="29" name="object 29"/>
          <p:cNvGrpSpPr/>
          <p:nvPr/>
        </p:nvGrpSpPr>
        <p:grpSpPr>
          <a:xfrm>
            <a:off x="13356607" y="1836814"/>
            <a:ext cx="280988" cy="280988"/>
            <a:chOff x="17808810" y="734585"/>
            <a:chExt cx="374650" cy="374650"/>
          </a:xfrm>
        </p:grpSpPr>
        <p:sp>
          <p:nvSpPr>
            <p:cNvPr id="30" name="object 30"/>
            <p:cNvSpPr/>
            <p:nvPr/>
          </p:nvSpPr>
          <p:spPr>
            <a:xfrm>
              <a:off x="17817053" y="742828"/>
              <a:ext cx="358140" cy="358140"/>
            </a:xfrm>
            <a:custGeom>
              <a:avLst/>
              <a:gdLst/>
              <a:ahLst/>
              <a:cxnLst/>
              <a:rect l="l" t="t" r="r" b="b"/>
              <a:pathLst>
                <a:path w="358140" h="358140">
                  <a:moveTo>
                    <a:pt x="178949" y="357898"/>
                  </a:moveTo>
                  <a:lnTo>
                    <a:pt x="127002" y="350194"/>
                  </a:lnTo>
                  <a:lnTo>
                    <a:pt x="79530" y="327739"/>
                  </a:lnTo>
                  <a:lnTo>
                    <a:pt x="40617" y="292474"/>
                  </a:lnTo>
                  <a:lnTo>
                    <a:pt x="13621" y="247429"/>
                  </a:lnTo>
                  <a:lnTo>
                    <a:pt x="859" y="196489"/>
                  </a:lnTo>
                  <a:lnTo>
                    <a:pt x="0" y="178949"/>
                  </a:lnTo>
                  <a:lnTo>
                    <a:pt x="859" y="161408"/>
                  </a:lnTo>
                  <a:lnTo>
                    <a:pt x="13621" y="110468"/>
                  </a:lnTo>
                  <a:lnTo>
                    <a:pt x="40617" y="65423"/>
                  </a:lnTo>
                  <a:lnTo>
                    <a:pt x="79530" y="30158"/>
                  </a:lnTo>
                  <a:lnTo>
                    <a:pt x="127002" y="7703"/>
                  </a:lnTo>
                  <a:lnTo>
                    <a:pt x="178949" y="0"/>
                  </a:lnTo>
                  <a:lnTo>
                    <a:pt x="196489" y="859"/>
                  </a:lnTo>
                  <a:lnTo>
                    <a:pt x="247429" y="13621"/>
                  </a:lnTo>
                  <a:lnTo>
                    <a:pt x="292474" y="40617"/>
                  </a:lnTo>
                  <a:lnTo>
                    <a:pt x="327739" y="79530"/>
                  </a:lnTo>
                  <a:lnTo>
                    <a:pt x="350194" y="127002"/>
                  </a:lnTo>
                  <a:lnTo>
                    <a:pt x="357898" y="178949"/>
                  </a:lnTo>
                  <a:lnTo>
                    <a:pt x="357038" y="196489"/>
                  </a:lnTo>
                  <a:lnTo>
                    <a:pt x="344276" y="247429"/>
                  </a:lnTo>
                  <a:lnTo>
                    <a:pt x="317280" y="292474"/>
                  </a:lnTo>
                  <a:lnTo>
                    <a:pt x="278367" y="327739"/>
                  </a:lnTo>
                  <a:lnTo>
                    <a:pt x="230895" y="350194"/>
                  </a:lnTo>
                  <a:lnTo>
                    <a:pt x="178949" y="35789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7817053" y="742828"/>
              <a:ext cx="358140" cy="358140"/>
            </a:xfrm>
            <a:custGeom>
              <a:avLst/>
              <a:gdLst/>
              <a:ahLst/>
              <a:cxnLst/>
              <a:rect l="l" t="t" r="r" b="b"/>
              <a:pathLst>
                <a:path w="358140" h="358140">
                  <a:moveTo>
                    <a:pt x="357898" y="178949"/>
                  </a:moveTo>
                  <a:lnTo>
                    <a:pt x="352533" y="222440"/>
                  </a:lnTo>
                  <a:lnTo>
                    <a:pt x="336769" y="263306"/>
                  </a:lnTo>
                  <a:lnTo>
                    <a:pt x="311549" y="299116"/>
                  </a:lnTo>
                  <a:lnTo>
                    <a:pt x="278367" y="327739"/>
                  </a:lnTo>
                  <a:lnTo>
                    <a:pt x="239225" y="347442"/>
                  </a:lnTo>
                  <a:lnTo>
                    <a:pt x="196489" y="357038"/>
                  </a:lnTo>
                  <a:lnTo>
                    <a:pt x="178949" y="357898"/>
                  </a:lnTo>
                  <a:lnTo>
                    <a:pt x="170157" y="357683"/>
                  </a:lnTo>
                  <a:lnTo>
                    <a:pt x="127002" y="350194"/>
                  </a:lnTo>
                  <a:lnTo>
                    <a:pt x="86959" y="332445"/>
                  </a:lnTo>
                  <a:lnTo>
                    <a:pt x="52413" y="305485"/>
                  </a:lnTo>
                  <a:lnTo>
                    <a:pt x="25452" y="270938"/>
                  </a:lnTo>
                  <a:lnTo>
                    <a:pt x="7703" y="230895"/>
                  </a:lnTo>
                  <a:lnTo>
                    <a:pt x="214" y="187740"/>
                  </a:lnTo>
                  <a:lnTo>
                    <a:pt x="0" y="178949"/>
                  </a:lnTo>
                  <a:lnTo>
                    <a:pt x="214" y="170157"/>
                  </a:lnTo>
                  <a:lnTo>
                    <a:pt x="7703" y="127002"/>
                  </a:lnTo>
                  <a:lnTo>
                    <a:pt x="25452" y="86959"/>
                  </a:lnTo>
                  <a:lnTo>
                    <a:pt x="52413" y="52412"/>
                  </a:lnTo>
                  <a:lnTo>
                    <a:pt x="86959" y="25452"/>
                  </a:lnTo>
                  <a:lnTo>
                    <a:pt x="127002" y="7703"/>
                  </a:lnTo>
                  <a:lnTo>
                    <a:pt x="170157" y="214"/>
                  </a:lnTo>
                  <a:lnTo>
                    <a:pt x="178949" y="0"/>
                  </a:lnTo>
                  <a:lnTo>
                    <a:pt x="187740" y="214"/>
                  </a:lnTo>
                  <a:lnTo>
                    <a:pt x="230895" y="7703"/>
                  </a:lnTo>
                  <a:lnTo>
                    <a:pt x="270938" y="25452"/>
                  </a:lnTo>
                  <a:lnTo>
                    <a:pt x="305485" y="52412"/>
                  </a:lnTo>
                  <a:lnTo>
                    <a:pt x="332445" y="86959"/>
                  </a:lnTo>
                  <a:lnTo>
                    <a:pt x="350194" y="127002"/>
                  </a:lnTo>
                  <a:lnTo>
                    <a:pt x="357683" y="170157"/>
                  </a:lnTo>
                  <a:lnTo>
                    <a:pt x="357898" y="178949"/>
                  </a:lnTo>
                  <a:close/>
                </a:path>
              </a:pathLst>
            </a:custGeom>
            <a:ln w="1648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32" name="object 32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3476909" y="1429800"/>
            <a:ext cx="95828" cy="95828"/>
          </a:xfrm>
          <a:prstGeom prst="rect">
            <a:avLst/>
          </a:prstGeom>
        </p:spPr>
      </p:pic>
      <p:sp>
        <p:nvSpPr>
          <p:cNvPr id="33" name="object 33"/>
          <p:cNvSpPr txBox="1">
            <a:spLocks noGrp="1"/>
          </p:cNvSpPr>
          <p:nvPr>
            <p:ph type="title"/>
          </p:nvPr>
        </p:nvSpPr>
        <p:spPr>
          <a:xfrm>
            <a:off x="381000" y="458149"/>
            <a:ext cx="10178414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9525">
              <a:spcBef>
                <a:spcPts val="105"/>
              </a:spcBef>
            </a:pPr>
            <a:r>
              <a:rPr sz="4400" spc="-8186" dirty="0">
                <a:solidFill>
                  <a:srgbClr val="FFFFFF"/>
                </a:solidFill>
              </a:rPr>
              <a:t>T</a:t>
            </a:r>
            <a:r>
              <a:rPr sz="4400" spc="79" dirty="0">
                <a:solidFill>
                  <a:srgbClr val="4E604A"/>
                </a:solidFill>
                <a:latin typeface="Verdana"/>
                <a:cs typeface="Verdana"/>
              </a:rPr>
              <a:t>T</a:t>
            </a:r>
            <a:r>
              <a:rPr sz="4400" spc="-8370" dirty="0">
                <a:solidFill>
                  <a:srgbClr val="4E604A"/>
                </a:solidFill>
                <a:latin typeface="Verdana"/>
                <a:cs typeface="Verdana"/>
              </a:rPr>
              <a:t>e</a:t>
            </a:r>
            <a:r>
              <a:rPr sz="4400" spc="-353" dirty="0">
                <a:solidFill>
                  <a:srgbClr val="FFFFFF"/>
                </a:solidFill>
              </a:rPr>
              <a:t>e</a:t>
            </a:r>
            <a:r>
              <a:rPr sz="4400" spc="-5929" dirty="0">
                <a:solidFill>
                  <a:srgbClr val="4E604A"/>
                </a:solidFill>
                <a:latin typeface="Verdana"/>
                <a:cs typeface="Verdana"/>
              </a:rPr>
              <a:t>r</a:t>
            </a:r>
            <a:r>
              <a:rPr sz="4400" spc="-161" dirty="0">
                <a:solidFill>
                  <a:srgbClr val="FFFFFF"/>
                </a:solidFill>
              </a:rPr>
              <a:t>r</a:t>
            </a:r>
            <a:r>
              <a:rPr sz="4400" spc="-3967" dirty="0">
                <a:solidFill>
                  <a:srgbClr val="FFFFFF"/>
                </a:solidFill>
              </a:rPr>
              <a:t>i</a:t>
            </a:r>
            <a:r>
              <a:rPr sz="4400" spc="83" dirty="0">
                <a:solidFill>
                  <a:srgbClr val="4E604A"/>
                </a:solidFill>
                <a:latin typeface="Verdana"/>
                <a:cs typeface="Verdana"/>
              </a:rPr>
              <a:t>i</a:t>
            </a:r>
            <a:r>
              <a:rPr sz="4400" spc="-13590" dirty="0">
                <a:solidFill>
                  <a:srgbClr val="4E604A"/>
                </a:solidFill>
                <a:latin typeface="Verdana"/>
                <a:cs typeface="Verdana"/>
              </a:rPr>
              <a:t>m</a:t>
            </a:r>
            <a:r>
              <a:rPr sz="4400" spc="-371" dirty="0">
                <a:solidFill>
                  <a:srgbClr val="FFFFFF"/>
                </a:solidFill>
              </a:rPr>
              <a:t>m</a:t>
            </a:r>
            <a:r>
              <a:rPr sz="4400" spc="-8378" dirty="0">
                <a:solidFill>
                  <a:srgbClr val="4E604A"/>
                </a:solidFill>
                <a:latin typeface="Verdana"/>
                <a:cs typeface="Verdana"/>
              </a:rPr>
              <a:t>a</a:t>
            </a:r>
            <a:r>
              <a:rPr sz="4400" spc="863" dirty="0">
                <a:solidFill>
                  <a:srgbClr val="FFFFFF"/>
                </a:solidFill>
              </a:rPr>
              <a:t>a</a:t>
            </a:r>
            <a:r>
              <a:rPr sz="4400" spc="-7125" dirty="0">
                <a:solidFill>
                  <a:srgbClr val="FFFFFF"/>
                </a:solidFill>
              </a:rPr>
              <a:t>k</a:t>
            </a:r>
            <a:r>
              <a:rPr sz="4400" spc="79" dirty="0">
                <a:solidFill>
                  <a:srgbClr val="4E604A"/>
                </a:solidFill>
                <a:latin typeface="Verdana"/>
                <a:cs typeface="Verdana"/>
              </a:rPr>
              <a:t>k</a:t>
            </a:r>
            <a:r>
              <a:rPr sz="4400" spc="-8378" dirty="0">
                <a:solidFill>
                  <a:srgbClr val="4E604A"/>
                </a:solidFill>
                <a:latin typeface="Verdana"/>
                <a:cs typeface="Verdana"/>
              </a:rPr>
              <a:t>a</a:t>
            </a:r>
            <a:r>
              <a:rPr sz="4400" spc="-285" dirty="0">
                <a:solidFill>
                  <a:srgbClr val="FFFFFF"/>
                </a:solidFill>
              </a:rPr>
              <a:t>a</a:t>
            </a:r>
            <a:r>
              <a:rPr sz="4400" spc="-7271" dirty="0">
                <a:solidFill>
                  <a:srgbClr val="4E604A"/>
                </a:solidFill>
                <a:latin typeface="Verdana"/>
                <a:cs typeface="Verdana"/>
              </a:rPr>
              <a:t>s</a:t>
            </a:r>
            <a:r>
              <a:rPr sz="4400" spc="-229" dirty="0">
                <a:solidFill>
                  <a:srgbClr val="FFFFFF"/>
                </a:solidFill>
              </a:rPr>
              <a:t>s</a:t>
            </a:r>
            <a:r>
              <a:rPr sz="4400" spc="-3967" dirty="0">
                <a:solidFill>
                  <a:srgbClr val="FFFFFF"/>
                </a:solidFill>
              </a:rPr>
              <a:t>i</a:t>
            </a:r>
            <a:r>
              <a:rPr sz="4400" spc="83" dirty="0">
                <a:solidFill>
                  <a:srgbClr val="4E604A"/>
                </a:solidFill>
                <a:latin typeface="Verdana"/>
                <a:cs typeface="Verdana"/>
              </a:rPr>
              <a:t>i</a:t>
            </a:r>
            <a:r>
              <a:rPr sz="4400" spc="-7725" dirty="0">
                <a:solidFill>
                  <a:srgbClr val="FFFFFF"/>
                </a:solidFill>
              </a:rPr>
              <a:t>h</a:t>
            </a:r>
            <a:r>
              <a:rPr sz="4400" spc="86" dirty="0">
                <a:solidFill>
                  <a:srgbClr val="4E604A"/>
                </a:solidFill>
                <a:latin typeface="Verdana"/>
                <a:cs typeface="Verdana"/>
              </a:rPr>
              <a:t>h</a:t>
            </a:r>
            <a:endParaRPr sz="14025" dirty="0">
              <a:latin typeface="Verdana"/>
              <a:cs typeface="Verdana"/>
            </a:endParaRP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F59C6789-8E5D-46C8-01F0-5C71FA80B751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0852" y="3827130"/>
            <a:ext cx="9870904" cy="329030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3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2700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425</TotalTime>
  <Words>41</Words>
  <Application>Microsoft Office PowerPoint</Application>
  <PresentationFormat>Custom</PresentationFormat>
  <Paragraphs>20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Calibri</vt:lpstr>
      <vt:lpstr>Century Gothic</vt:lpstr>
      <vt:lpstr>Sitka Banner</vt:lpstr>
      <vt:lpstr>Times New Roman</vt:lpstr>
      <vt:lpstr>Verdana</vt:lpstr>
      <vt:lpstr>Wingdings 3</vt:lpstr>
      <vt:lpstr>Slice</vt:lpstr>
      <vt:lpstr>PRESENTASI RAPBS TAHUN 2026 SD NEGERI RANDUSARI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TTeerriimmaakkaassiihh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Cokelat dan Hijau Ilustrasi Tugas Kelompok Presentasi</dc:title>
  <dc:creator>Astuti Tuti</dc:creator>
  <cp:keywords>DAG0mccOSME,BAEbeXJGzJg,0</cp:keywords>
  <cp:lastModifiedBy>Jumadi Jetis</cp:lastModifiedBy>
  <cp:revision>17</cp:revision>
  <dcterms:created xsi:type="dcterms:W3CDTF">2025-10-02T01:09:54Z</dcterms:created>
  <dcterms:modified xsi:type="dcterms:W3CDTF">2025-10-16T04:25:41Z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2025-10-02T00:00:00Z</vt:filetime>
  </property>
  <property fmtid="{D5CDD505-2E9C-101B-9397-08002B2CF9AE}" pid="3" name="Creator">
    <vt:lpwstr>Canva</vt:lpwstr>
  </property>
  <property fmtid="{D5CDD505-2E9C-101B-9397-08002B2CF9AE}" pid="4" name="LastSaved">
    <vt:filetime>2025-10-02T00:00:00Z</vt:filetime>
  </property>
  <property fmtid="{D5CDD505-2E9C-101B-9397-08002B2CF9AE}" pid="5" name="Producer">
    <vt:lpwstr>Canva</vt:lpwstr>
  </property>
</Properties>
</file>